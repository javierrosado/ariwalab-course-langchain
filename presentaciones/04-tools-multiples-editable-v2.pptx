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1b9375251749c0" /><Relationship Type="http://schemas.openxmlformats.org/officeDocument/2006/relationships/extended-properties" Target="/docProps/app.xml" Id="R44dd32533b82415f" /><Relationship Type="http://schemas.openxmlformats.org/officeDocument/2006/relationships/officeDocument" Target="/ppt/presentation.xml" Id="R73626bd391d04f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e9bb46e2d24160"/>
  </p:sldMasterIdLst>
  <p:notesMasterIdLst>
    <p:notesMasterId xmlns:r="http://schemas.openxmlformats.org/officeDocument/2006/relationships" r:id="R436843c70f96404f"/>
  </p:notesMasterIdLst>
  <p:sldIdLst>
    <p:sldId xmlns:r="http://schemas.openxmlformats.org/officeDocument/2006/relationships" id="256" r:id="R749c25b4639c4cb1"/>
    <p:sldId xmlns:r="http://schemas.openxmlformats.org/officeDocument/2006/relationships" id="257" r:id="R62b9f95fb2e84970"/>
    <p:sldId xmlns:r="http://schemas.openxmlformats.org/officeDocument/2006/relationships" id="258" r:id="R975295b86bab4396"/>
    <p:sldId xmlns:r="http://schemas.openxmlformats.org/officeDocument/2006/relationships" id="259" r:id="Rbaca1e4950064f6e"/>
    <p:sldId xmlns:r="http://schemas.openxmlformats.org/officeDocument/2006/relationships" id="260" r:id="R454c44bd237249f2"/>
    <p:sldId xmlns:r="http://schemas.openxmlformats.org/officeDocument/2006/relationships" id="261" r:id="Rbf1de72d07ec4f3a"/>
    <p:sldId xmlns:r="http://schemas.openxmlformats.org/officeDocument/2006/relationships" id="262" r:id="Rb4f91d6f6b5b4196"/>
    <p:sldId xmlns:r="http://schemas.openxmlformats.org/officeDocument/2006/relationships" id="263" r:id="Rea61b772e045421d"/>
    <p:sldId xmlns:r="http://schemas.openxmlformats.org/officeDocument/2006/relationships" id="264" r:id="Rb2c619f8acb44a8c"/>
    <p:sldId xmlns:r="http://schemas.openxmlformats.org/officeDocument/2006/relationships" id="265" r:id="R57c10e773e2e4111"/>
    <p:sldId xmlns:r="http://schemas.openxmlformats.org/officeDocument/2006/relationships" id="266" r:id="R622f2df9a1644db2"/>
    <p:sldId xmlns:r="http://schemas.openxmlformats.org/officeDocument/2006/relationships" id="267" r:id="R8325a4ef59ce4879"/>
    <p:sldId xmlns:r="http://schemas.openxmlformats.org/officeDocument/2006/relationships" id="268" r:id="R530175589d45460f"/>
    <p:sldId xmlns:r="http://schemas.openxmlformats.org/officeDocument/2006/relationships" id="269" r:id="R60e903c2517a4244"/>
    <p:sldId xmlns:r="http://schemas.openxmlformats.org/officeDocument/2006/relationships" id="270" r:id="R70fc88269c694383"/>
    <p:sldId xmlns:r="http://schemas.openxmlformats.org/officeDocument/2006/relationships" id="271" r:id="R16a85f9640e64b8f"/>
    <p:sldId xmlns:r="http://schemas.openxmlformats.org/officeDocument/2006/relationships" id="272" r:id="R880ce87fd9194aa4"/>
    <p:sldId xmlns:r="http://schemas.openxmlformats.org/officeDocument/2006/relationships" id="273" r:id="R989b7f186dd34f76"/>
    <p:sldId xmlns:r="http://schemas.openxmlformats.org/officeDocument/2006/relationships" id="274" r:id="R1c04e884093f487a"/>
    <p:sldId xmlns:r="http://schemas.openxmlformats.org/officeDocument/2006/relationships" id="275" r:id="Re143cac6422b4f80"/>
    <p:sldId xmlns:r="http://schemas.openxmlformats.org/officeDocument/2006/relationships" id="276" r:id="Rc2eba007893b45d3"/>
    <p:sldId xmlns:r="http://schemas.openxmlformats.org/officeDocument/2006/relationships" id="277" r:id="R10d817d95b354e89"/>
    <p:sldId xmlns:r="http://schemas.openxmlformats.org/officeDocument/2006/relationships" id="278" r:id="Rcfb119a7a0804c60"/>
    <p:sldId xmlns:r="http://schemas.openxmlformats.org/officeDocument/2006/relationships" id="279" r:id="R5544222cadcf4883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f6f8f128ee4feb" /><Relationship Type="http://schemas.openxmlformats.org/officeDocument/2006/relationships/slideMaster" Target="/ppt/slideMasters/slideMaster1.xml" Id="Re1e9bb46e2d24160" /><Relationship Type="http://schemas.openxmlformats.org/officeDocument/2006/relationships/notesMaster" Target="/ppt/notesMasters/notesMaster1.xml" Id="R436843c70f96404f" /><Relationship Type="http://schemas.openxmlformats.org/officeDocument/2006/relationships/presProps" Target="/ppt/presProps.xml" Id="Rc54b97cc92a7441e" /><Relationship Type="http://schemas.openxmlformats.org/officeDocument/2006/relationships/tableStyles" Target="/ppt/tableStyles.xml" Id="R1345a6ae6a904915" /><Relationship Type="http://schemas.openxmlformats.org/officeDocument/2006/relationships/slide" Target="/ppt/slides/slide1.xml" Id="R749c25b4639c4cb1" /><Relationship Type="http://schemas.openxmlformats.org/officeDocument/2006/relationships/slide" Target="/ppt/slides/slide2.xml" Id="R62b9f95fb2e84970" /><Relationship Type="http://schemas.openxmlformats.org/officeDocument/2006/relationships/slide" Target="/ppt/slides/slide3.xml" Id="R975295b86bab4396" /><Relationship Type="http://schemas.openxmlformats.org/officeDocument/2006/relationships/slide" Target="/ppt/slides/slide4.xml" Id="Rbaca1e4950064f6e" /><Relationship Type="http://schemas.openxmlformats.org/officeDocument/2006/relationships/slide" Target="/ppt/slides/slide5.xml" Id="R454c44bd237249f2" /><Relationship Type="http://schemas.openxmlformats.org/officeDocument/2006/relationships/slide" Target="/ppt/slides/slide6.xml" Id="Rbf1de72d07ec4f3a" /><Relationship Type="http://schemas.openxmlformats.org/officeDocument/2006/relationships/slide" Target="/ppt/slides/slide7.xml" Id="Rb4f91d6f6b5b4196" /><Relationship Type="http://schemas.openxmlformats.org/officeDocument/2006/relationships/slide" Target="/ppt/slides/slide8.xml" Id="Rea61b772e045421d" /><Relationship Type="http://schemas.openxmlformats.org/officeDocument/2006/relationships/slide" Target="/ppt/slides/slide9.xml" Id="Rb2c619f8acb44a8c" /><Relationship Type="http://schemas.openxmlformats.org/officeDocument/2006/relationships/slide" Target="/ppt/slides/slide10.xml" Id="R57c10e773e2e4111" /><Relationship Type="http://schemas.openxmlformats.org/officeDocument/2006/relationships/slide" Target="/ppt/slides/slide11.xml" Id="R622f2df9a1644db2" /><Relationship Type="http://schemas.openxmlformats.org/officeDocument/2006/relationships/slide" Target="/ppt/slides/slide12.xml" Id="R8325a4ef59ce4879" /><Relationship Type="http://schemas.openxmlformats.org/officeDocument/2006/relationships/slide" Target="/ppt/slides/slide13.xml" Id="R530175589d45460f" /><Relationship Type="http://schemas.openxmlformats.org/officeDocument/2006/relationships/slide" Target="/ppt/slides/slide14.xml" Id="R60e903c2517a4244" /><Relationship Type="http://schemas.openxmlformats.org/officeDocument/2006/relationships/slide" Target="/ppt/slides/slide15.xml" Id="R70fc88269c694383" /><Relationship Type="http://schemas.openxmlformats.org/officeDocument/2006/relationships/slide" Target="/ppt/slides/slide16.xml" Id="R16a85f9640e64b8f" /><Relationship Type="http://schemas.openxmlformats.org/officeDocument/2006/relationships/slide" Target="/ppt/slides/slide17.xml" Id="R880ce87fd9194aa4" /><Relationship Type="http://schemas.openxmlformats.org/officeDocument/2006/relationships/slide" Target="/ppt/slides/slide18.xml" Id="R989b7f186dd34f76" /><Relationship Type="http://schemas.openxmlformats.org/officeDocument/2006/relationships/slide" Target="/ppt/slides/slide19.xml" Id="R1c04e884093f487a" /><Relationship Type="http://schemas.openxmlformats.org/officeDocument/2006/relationships/slide" Target="/ppt/slides/slide20.xml" Id="Re143cac6422b4f80" /><Relationship Type="http://schemas.openxmlformats.org/officeDocument/2006/relationships/slide" Target="/ppt/slides/slide21.xml" Id="Rc2eba007893b45d3" /><Relationship Type="http://schemas.openxmlformats.org/officeDocument/2006/relationships/slide" Target="/ppt/slides/slide22.xml" Id="R10d817d95b354e89" /><Relationship Type="http://schemas.openxmlformats.org/officeDocument/2006/relationships/slide" Target="/ppt/slides/slide23.xml" Id="Rcfb119a7a0804c60" /><Relationship Type="http://schemas.openxmlformats.org/officeDocument/2006/relationships/slide" Target="/ppt/slides/slide24.xml" Id="R5544222cadcf48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0940a82db541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f4ff2b4e594e65" /><Relationship Type="http://schemas.openxmlformats.org/officeDocument/2006/relationships/notesMaster" Target="/ppt/notesMasters/notesMaster1.xml" Id="R254941072b5248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979c043d044353" /><Relationship Type="http://schemas.openxmlformats.org/officeDocument/2006/relationships/notesMaster" Target="/ppt/notesMasters/notesMaster1.xml" Id="R1ed8d079316348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64a3d94ef04c3a" /><Relationship Type="http://schemas.openxmlformats.org/officeDocument/2006/relationships/notesMaster" Target="/ppt/notesMasters/notesMaster1.xml" Id="R62d390538ba24f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a81938fc344b24" /><Relationship Type="http://schemas.openxmlformats.org/officeDocument/2006/relationships/notesMaster" Target="/ppt/notesMasters/notesMaster1.xml" Id="R56abd99616374b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dfea40ffc34025" /><Relationship Type="http://schemas.openxmlformats.org/officeDocument/2006/relationships/notesMaster" Target="/ppt/notesMasters/notesMaster1.xml" Id="R47211c5b978a41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04dc5d1dff404a" /><Relationship Type="http://schemas.openxmlformats.org/officeDocument/2006/relationships/notesMaster" Target="/ppt/notesMasters/notesMaster1.xml" Id="R1233c271d4e04a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3944fce957474a" /><Relationship Type="http://schemas.openxmlformats.org/officeDocument/2006/relationships/notesMaster" Target="/ppt/notesMasters/notesMaster1.xml" Id="Rd3d38f79443241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ca3c66d07f49b8" /><Relationship Type="http://schemas.openxmlformats.org/officeDocument/2006/relationships/notesMaster" Target="/ppt/notesMasters/notesMaster1.xml" Id="R35a5221b71d14c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95a1c6951d4d4a" /><Relationship Type="http://schemas.openxmlformats.org/officeDocument/2006/relationships/notesMaster" Target="/ppt/notesMasters/notesMaster1.xml" Id="Re94f9b0a7ca142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67afd7ba7f48b4" /><Relationship Type="http://schemas.openxmlformats.org/officeDocument/2006/relationships/notesMaster" Target="/ppt/notesMasters/notesMaster1.xml" Id="Rddd8bbdc8f4845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36735d2d6f4332" /><Relationship Type="http://schemas.openxmlformats.org/officeDocument/2006/relationships/notesMaster" Target="/ppt/notesMasters/notesMaster1.xml" Id="R561148ecf4ae4bf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d45c5aa3e04f23" /><Relationship Type="http://schemas.openxmlformats.org/officeDocument/2006/relationships/notesMaster" Target="/ppt/notesMasters/notesMaster1.xml" Id="R14f86f3163374e9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5436052cacc4585" /><Relationship Type="http://schemas.openxmlformats.org/officeDocument/2006/relationships/notesMaster" Target="/ppt/notesMasters/notesMaster1.xml" Id="Rabfe24ebff834db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83dafea58c84b22" /><Relationship Type="http://schemas.openxmlformats.org/officeDocument/2006/relationships/notesMaster" Target="/ppt/notesMasters/notesMaster1.xml" Id="R1c7ffd4b552a411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4037c3ad9e341af" /><Relationship Type="http://schemas.openxmlformats.org/officeDocument/2006/relationships/notesMaster" Target="/ppt/notesMasters/notesMaster1.xml" Id="Rf4a8e424a3c642a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3c7fcdf03f84011" /><Relationship Type="http://schemas.openxmlformats.org/officeDocument/2006/relationships/notesMaster" Target="/ppt/notesMasters/notesMaster1.xml" Id="R03ad111b047b446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5fcd14b334c483d" /><Relationship Type="http://schemas.openxmlformats.org/officeDocument/2006/relationships/notesMaster" Target="/ppt/notesMasters/notesMaster1.xml" Id="R6be5774ba775439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e91c76b21d442a8" /><Relationship Type="http://schemas.openxmlformats.org/officeDocument/2006/relationships/notesMaster" Target="/ppt/notesMasters/notesMaster1.xml" Id="R36cf71e0c82644f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906b0f89b154f38" /><Relationship Type="http://schemas.openxmlformats.org/officeDocument/2006/relationships/notesMaster" Target="/ppt/notesMasters/notesMaster1.xml" Id="R88fcfd499e1f4e0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a293e8fb87746cc" /><Relationship Type="http://schemas.openxmlformats.org/officeDocument/2006/relationships/notesMaster" Target="/ppt/notesMasters/notesMaster1.xml" Id="R335a2e656a1c46a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31f625164054fbe" /><Relationship Type="http://schemas.openxmlformats.org/officeDocument/2006/relationships/notesMaster" Target="/ppt/notesMasters/notesMaster1.xml" Id="Rc7a74e345928439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fc46520cc7c4f86" /><Relationship Type="http://schemas.openxmlformats.org/officeDocument/2006/relationships/notesMaster" Target="/ppt/notesMasters/notesMaster1.xml" Id="R8fb865735c5f467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2069377680144e0" /><Relationship Type="http://schemas.openxmlformats.org/officeDocument/2006/relationships/notesMaster" Target="/ppt/notesMasters/notesMaster1.xml" Id="Ra39c8187a07943b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f149443ff30473f" /><Relationship Type="http://schemas.openxmlformats.org/officeDocument/2006/relationships/notesMaster" Target="/ppt/notesMasters/notesMaster1.xml" Id="Rccfafe12bda54f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 · CAPÍTULO 1 · CONCEPTO</a:t>
            </a:r>
          </a:p>
          <a:p xmlns:a="http://schemas.openxmlformats.org/drawingml/2006/main">
            <a:r>
              <a:t>Título: De una tool a cuatro</a:t>
            </a:r>
          </a:p>
          <a:p xmlns:a="http://schemas.openxmlformats.org/drawingml/2006/main">
            <a:r>
              <a:t>Sesión: Catálogo de tools e integración</a:t>
            </a:r>
          </a:p>
          <a:p xmlns:a="http://schemas.openxmlformats.org/drawingml/2006/main">
            <a:r>
              <a:t>Archivo: 04-tools-multiples-editable-v2.pptx</a:t>
            </a:r>
          </a:p>
          <a:p xmlns:a="http://schemas.openxmlformats.org/drawingml/2006/main">
            <a:r>
              <a:t>Sección que soporta: Objetivos y §0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https://github.com/javierrosado/ariwalab-course-langchain/blob/27c24090f1662f9473b673d2020e7bffee04490b/modulo-2-agentes-avanzados/sesion-04-tools-multiples/README.md</a:t>
            </a:r>
          </a:p>
          <a:p xmlns:a="http://schemas.openxmlformats.org/drawingml/2006/main">
            <a:r>
              <a:t>Contexto adicional: laboratorios, demos y soluciones de modulo-2-agentes-avanzados/sesion-04-tools-multiples;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Reconocer que ampliar el catálogo añade decisiones que deben medirse.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De una tool a cuatro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Cada decisión adicional merece una prueba.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falla si la tool ejecuta bien pero fue mal elegida?».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Capacidades: Cada tool resuelve una necesidad definida del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Selección: El modelo decide cuál corresponde a la consulta.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Evidencia: Se compara la tool llamada con la esperada.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Cada decisión adicional merece una prueba.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Capacidades; Selección; Evidencia.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El agente debe consultar stock y luego describir el producto.</a:t>
            </a:r>
          </a:p>
          <a:p xmlns:a="http://schemas.openxmlformats.org/drawingml/2006/main">
            <a:r>
              <a:t>Elegir: check_stock_by_store responde disponibilidad.</a:t>
            </a:r>
          </a:p>
          <a:p xmlns:a="http://schemas.openxmlformats.org/drawingml/2006/main">
            <a:r>
              <a:t>Continuar: get_product_details aporta características.</a:t>
            </a:r>
          </a:p>
          <a:p xmlns:a="http://schemas.openxmlformats.org/drawingml/2006/main">
            <a:r>
              <a:t>Comprobar: Una tool correcta no compensa la otra elección equivocada.</a:t>
            </a:r>
          </a:p>
          <a:p xmlns:a="http://schemas.openxmlformats.org/drawingml/2006/main">
            <a:r>
              <a:t>Resultado: La fiabilidad de una secuencia no se deduce del mejor paso aislado.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falla si la tool ejecuta bien pero fue mal elegida?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Cada decisión adicional merece una prueba.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Presentar 93 % como medición universal del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S3: primera tool con contrato.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S5: retriever y memoria · Sigue: Responsabilidad única en el catálogo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 · CAPÍTULO 1 · DESARROLLO</a:t>
            </a:r>
          </a:p>
          <a:p xmlns:a="http://schemas.openxmlformats.org/drawingml/2006/main">
            <a:r>
              <a:t>Título: La fiabilidad se compone</a:t>
            </a:r>
          </a:p>
          <a:p xmlns:a="http://schemas.openxmlformats.org/drawingml/2006/main">
            <a:r>
              <a:t>Sesión: Catálogo de tools e integración</a:t>
            </a:r>
          </a:p>
          <a:p xmlns:a="http://schemas.openxmlformats.org/drawingml/2006/main">
            <a:r>
              <a:t>Archivo: 04-tools-multiples-editable-v2.pptx</a:t>
            </a:r>
          </a:p>
          <a:p xmlns:a="http://schemas.openxmlformats.org/drawingml/2006/main">
            <a:r>
              <a:t>Sección que soporta: Objetivos y §0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https://github.com/javierrosado/ariwalab-course-langchain/blob/27c24090f1662f9473b673d2020e7bffee04490b/modulo-2-agentes-avanzados/sesion-04-tools-multiples/README.md</a:t>
            </a:r>
          </a:p>
          <a:p xmlns:a="http://schemas.openxmlformats.org/drawingml/2006/main">
            <a:r>
              <a:t>Contexto adicional: laboratorios, demos y soluciones de modulo-2-agentes-avanzados/sesion-04-tools-multiples;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Reconocer que ampliar el catálogo añade decisiones que deben medirse.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De una tool a cuatro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Cada decisión adicional merece una prueba.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Paso: Una elección puede fallar aunque la tool funcione.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Cadena: En un modelo ilustrativo, 0,93³ ≈ 0,804.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Supuesto: El producto requiere tasas condicionales apropiadas; no prueba independencia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Presentar 93 % como medición universal del modelo.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Paso; Cadena; Supuesto.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El agente debe consultar stock y luego describir el producto.</a:t>
            </a:r>
          </a:p>
          <a:p xmlns:a="http://schemas.openxmlformats.org/drawingml/2006/main">
            <a:r>
              <a:t>Elegir: check_stock_by_store responde disponibilidad.</a:t>
            </a:r>
          </a:p>
          <a:p xmlns:a="http://schemas.openxmlformats.org/drawingml/2006/main">
            <a:r>
              <a:t>Continuar: get_product_details aporta características.</a:t>
            </a:r>
          </a:p>
          <a:p xmlns:a="http://schemas.openxmlformats.org/drawingml/2006/main">
            <a:r>
              <a:t>Comprobar: Una tool correcta no compensa la otra elección equivocada.</a:t>
            </a:r>
          </a:p>
          <a:p xmlns:a="http://schemas.openxmlformats.org/drawingml/2006/main">
            <a:r>
              <a:t>Resultado: La fiabilidad de una secuencia no se deduce del mejor paso aislado.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falla si la tool ejecuta bien pero fue mal elegida?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Cada decisión adicional merece una prueba.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Presentar 93 % como medición universal del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S3: primera tool con contrato.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S5: retriever y memoria · Sigue: Responsabilidad única en el catálogo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3 · CAPÍTULO 1 · EJEMPLO</a:t>
            </a:r>
          </a:p>
          <a:p xmlns:a="http://schemas.openxmlformats.org/drawingml/2006/main">
            <a:r>
              <a:t>Título: MercaSur · De una tool a cuatro</a:t>
            </a:r>
          </a:p>
          <a:p xmlns:a="http://schemas.openxmlformats.org/drawingml/2006/main">
            <a:r>
              <a:t>Sesión: Catálogo de tools e integración</a:t>
            </a:r>
          </a:p>
          <a:p xmlns:a="http://schemas.openxmlformats.org/drawingml/2006/main">
            <a:r>
              <a:t>Archivo: 04-tools-multiples-editable-v2.pptx</a:t>
            </a:r>
          </a:p>
          <a:p xmlns:a="http://schemas.openxmlformats.org/drawingml/2006/main">
            <a:r>
              <a:t>Sección que soporta: Objetivos y §0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https://github.com/javierrosado/ariwalab-course-langchain/blob/27c24090f1662f9473b673d2020e7bffee04490b/modulo-2-agentes-avanzados/sesion-04-tools-multiples/README.md</a:t>
            </a:r>
          </a:p>
          <a:p xmlns:a="http://schemas.openxmlformats.org/drawingml/2006/main">
            <a:r>
              <a:t>Contexto adicional: laboratorios, demos y soluciones de modulo-2-agentes-avanzados/sesion-04-tools-multiples;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Reconocer que ampliar el catálogo añade decisiones que deben medirse.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De una tool a cuatro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Cada decisión adicional merece una prueba.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El agente debe consultar stock y luego describir el producto.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Elegir: check_stock_by_store responde disponibilidad.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Continuar: get_product_details aporta características.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Comprobar: Una tool correcta no compensa la otra elección equivocada.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La fiabilidad de una secuencia no se deduce del mejor paso aislado.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Elegir; Continuar; Comprobar.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El agente debe consultar stock y luego describir el producto.</a:t>
            </a:r>
          </a:p>
          <a:p xmlns:a="http://schemas.openxmlformats.org/drawingml/2006/main">
            <a:r>
              <a:t>Elegir: check_stock_by_store responde disponibilidad.</a:t>
            </a:r>
          </a:p>
          <a:p xmlns:a="http://schemas.openxmlformats.org/drawingml/2006/main">
            <a:r>
              <a:t>Continuar: get_product_details aporta características.</a:t>
            </a:r>
          </a:p>
          <a:p xmlns:a="http://schemas.openxmlformats.org/drawingml/2006/main">
            <a:r>
              <a:t>Comprobar: Una tool correcta no compensa la otra elección equivocada.</a:t>
            </a:r>
          </a:p>
          <a:p xmlns:a="http://schemas.openxmlformats.org/drawingml/2006/main">
            <a:r>
              <a:t>Resultado: La fiabilidad de una secuencia no se deduce del mejor paso aislado.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falla si la tool ejecuta bien pero fue mal elegida?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Cada decisión adicional merece una prueba.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Presentar 93 % como medición universal del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S3: primera tool con contrato.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S5: retriever y memoria · Sigue: Responsabilidad única en el catálogo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4 · CAPÍTULO 2 · CONCEPTO</a:t>
            </a:r>
          </a:p>
          <a:p xmlns:a="http://schemas.openxmlformats.org/drawingml/2006/main">
            <a:r>
              <a:t>Título: Responsabilidad única en el catálogo</a:t>
            </a:r>
          </a:p>
          <a:p xmlns:a="http://schemas.openxmlformats.org/drawingml/2006/main">
            <a:r>
              <a:t>Sesión: Catálogo de tools e integración</a:t>
            </a:r>
          </a:p>
          <a:p xmlns:a="http://schemas.openxmlformats.org/drawingml/2006/main">
            <a:r>
              <a:t>Archivo: 04-tools-multiples-editable-v2.pptx</a:t>
            </a:r>
          </a:p>
          <a:p xmlns:a="http://schemas.openxmlformats.org/drawingml/2006/main">
            <a:r>
              <a:t>Sección que soporta: §1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https://github.com/javierrosado/ariwalab-course-langchain/blob/27c24090f1662f9473b673d2020e7bffee04490b/modulo-2-agentes-avanzados/sesion-04-tools-multiples/README.md</a:t>
            </a:r>
          </a:p>
          <a:p xmlns:a="http://schemas.openxmlformats.org/drawingml/2006/main">
            <a:r>
              <a:t>Contexto adicional: laboratorios, demos y soluciones de modulo-2-agentes-avanzados/sesion-04-tools-multiples;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Diseñar fronteras claras entre las cuatro tools núcleo.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Responsabilidad única en el catálogo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Una tool, una responsabilidad reconocible.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«¿Cómo detectarías una tool que hace demasiadas cosas?».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Consulta específica: Cada nombre comunica la capacidad que ofrece.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Contrato acotado: Argumentos y errores pertenecen a esa responsabilidad.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Frontera explícita: La docstring distingue capacidades vecinas.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Una tool, una responsabilidad reconocible.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Consulta específica; Contrato acotado; Frontera explícita.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«¿Queda talla M?» no pregunta dónde está un pedido.</a:t>
            </a:r>
          </a:p>
          <a:p xmlns:a="http://schemas.openxmlformats.org/drawingml/2006/main">
            <a:r>
              <a:t>Identificar: Es una consulta de disponibilidad.</a:t>
            </a:r>
          </a:p>
          <a:p xmlns:a="http://schemas.openxmlformats.org/drawingml/2006/main">
            <a:r>
              <a:t>Seleccionar: Usar check_stock_by_store con los datos requeridos.</a:t>
            </a:r>
          </a:p>
          <a:p xmlns:a="http://schemas.openxmlformats.org/drawingml/2006/main">
            <a:r>
              <a:t>Excluir: track_order exige una compra ya identificada.</a:t>
            </a:r>
          </a:p>
          <a:p xmlns:a="http://schemas.openxmlformats.org/drawingml/2006/main">
            <a:r>
              <a:t>Resultado: Las capacidades se distinguen por la tarea, no solo por palabras compartidas.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¿Cómo detectarías una tool que hace demasiadas cosas?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Una tool, una responsabilidad reconocible.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Crear una función genérica que resuelve todo y dificulta la selección.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S3: primera tool con contrato · Capítulo previo: De una tool a cuatro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S5: retriever y memoria · Sigue: Selección dinámica y confusiones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5 · CAPÍTULO 2 · DESARROLLO</a:t>
            </a:r>
          </a:p>
          <a:p xmlns:a="http://schemas.openxmlformats.org/drawingml/2006/main">
            <a:r>
              <a:t>Título: Catálogo núcleo de retail</a:t>
            </a:r>
          </a:p>
          <a:p xmlns:a="http://schemas.openxmlformats.org/drawingml/2006/main">
            <a:r>
              <a:t>Sesión: Catálogo de tools e integración</a:t>
            </a:r>
          </a:p>
          <a:p xmlns:a="http://schemas.openxmlformats.org/drawingml/2006/main">
            <a:r>
              <a:t>Archivo: 04-tools-multiples-editable-v2.pptx</a:t>
            </a:r>
          </a:p>
          <a:p xmlns:a="http://schemas.openxmlformats.org/drawingml/2006/main">
            <a:r>
              <a:t>Sección que soporta: §1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https://github.com/javierrosado/ariwalab-course-langchain/blob/27c24090f1662f9473b673d2020e7bffee04490b/modulo-2-agentes-avanzados/sesion-04-tools-multiples/README.md</a:t>
            </a:r>
          </a:p>
          <a:p xmlns:a="http://schemas.openxmlformats.org/drawingml/2006/main">
            <a:r>
              <a:t>Contexto adicional: laboratorios, demos y soluciones de modulo-2-agentes-avanzados/sesion-04-tools-multiples;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Diseñar fronteras claras entre las cuatro tools núcleo.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Responsabilidad única en el catálogo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Una tool, una responsabilidad reconocible.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Pedidos y stock: track_order y check_stock_by_store.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Devolución: start_return_request inicia la solicitud prevista por el simulador.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Producto: get_product_details informa características.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Crear una función genérica que resuelve todo y dificulta la selección.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Pedidos y stock; Devolución; Producto.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«¿Queda talla M?» no pregunta dónde está un pedido.</a:t>
            </a:r>
          </a:p>
          <a:p xmlns:a="http://schemas.openxmlformats.org/drawingml/2006/main">
            <a:r>
              <a:t>Identificar: Es una consulta de disponibilidad.</a:t>
            </a:r>
          </a:p>
          <a:p xmlns:a="http://schemas.openxmlformats.org/drawingml/2006/main">
            <a:r>
              <a:t>Seleccionar: Usar check_stock_by_store con los datos requeridos.</a:t>
            </a:r>
          </a:p>
          <a:p xmlns:a="http://schemas.openxmlformats.org/drawingml/2006/main">
            <a:r>
              <a:t>Excluir: track_order exige una compra ya identificada.</a:t>
            </a:r>
          </a:p>
          <a:p xmlns:a="http://schemas.openxmlformats.org/drawingml/2006/main">
            <a:r>
              <a:t>Resultado: Las capacidades se distinguen por la tarea, no solo por palabras compartidas.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¿Cómo detectarías una tool que hace demasiadas cosas?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Una tool, una responsabilidad reconocible.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Crear una función genérica que resuelve todo y dificulta la selección.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S3: primera tool con contrato · Capítulo previo: De una tool a cuatro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S5: retriever y memoria · Sigue: Selección dinámica y confusiones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6 · CAPÍTULO 2 · EJEMPLO</a:t>
            </a:r>
          </a:p>
          <a:p xmlns:a="http://schemas.openxmlformats.org/drawingml/2006/main">
            <a:r>
              <a:t>Título: MercaSur · Responsabilidad única en el catálogo</a:t>
            </a:r>
          </a:p>
          <a:p xmlns:a="http://schemas.openxmlformats.org/drawingml/2006/main">
            <a:r>
              <a:t>Sesión: Catálogo de tools e integración</a:t>
            </a:r>
          </a:p>
          <a:p xmlns:a="http://schemas.openxmlformats.org/drawingml/2006/main">
            <a:r>
              <a:t>Archivo: 04-tools-multiples-editable-v2.pptx</a:t>
            </a:r>
          </a:p>
          <a:p xmlns:a="http://schemas.openxmlformats.org/drawingml/2006/main">
            <a:r>
              <a:t>Sección que soporta: §1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https://github.com/javierrosado/ariwalab-course-langchain/blob/27c24090f1662f9473b673d2020e7bffee04490b/modulo-2-agentes-avanzados/sesion-04-tools-multiples/README.md</a:t>
            </a:r>
          </a:p>
          <a:p xmlns:a="http://schemas.openxmlformats.org/drawingml/2006/main">
            <a:r>
              <a:t>Contexto adicional: laboratorios, demos y soluciones de modulo-2-agentes-avanzados/sesion-04-tools-multiples;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Diseñar fronteras claras entre las cuatro tools núcleo.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Responsabilidad única en el catálogo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Una tool, una responsabilidad reconocible.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«¿Queda talla M?» no pregunta dónde está un pedido.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Identificar: Es una consulta de disponibilidad.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Seleccionar: Usar check_stock_by_store con los datos requeridos.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Excluir: track_order exige una compra ya identificada.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Las capacidades se distinguen por la tarea, no solo por palabras compartidas.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Identificar; Seleccionar; Excluir.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«¿Queda talla M?» no pregunta dónde está un pedido.</a:t>
            </a:r>
          </a:p>
          <a:p xmlns:a="http://schemas.openxmlformats.org/drawingml/2006/main">
            <a:r>
              <a:t>Identificar: Es una consulta de disponibilidad.</a:t>
            </a:r>
          </a:p>
          <a:p xmlns:a="http://schemas.openxmlformats.org/drawingml/2006/main">
            <a:r>
              <a:t>Seleccionar: Usar check_stock_by_store con los datos requeridos.</a:t>
            </a:r>
          </a:p>
          <a:p xmlns:a="http://schemas.openxmlformats.org/drawingml/2006/main">
            <a:r>
              <a:t>Excluir: track_order exige una compra ya identificada.</a:t>
            </a:r>
          </a:p>
          <a:p xmlns:a="http://schemas.openxmlformats.org/drawingml/2006/main">
            <a:r>
              <a:t>Resultado: Las capacidades se distinguen por la tarea, no solo por palabras compartidas.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¿Cómo detectarías una tool que hace demasiadas cosas?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Una tool, una responsabilidad reconocible.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Crear una función genérica que resuelve todo y dificulta la selección.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S3: primera tool con contrato · Capítulo previo: De una tool a cuatro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S5: retriever y memoria · Sigue: Selección dinámica y confusiones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7 · CAPÍTULO 3 · CONCEPTO</a:t>
            </a:r>
          </a:p>
          <a:p xmlns:a="http://schemas.openxmlformats.org/drawingml/2006/main">
            <a:r>
              <a:t>Título: Selección dinámica y confusiones</a:t>
            </a:r>
          </a:p>
          <a:p xmlns:a="http://schemas.openxmlformats.org/drawingml/2006/main">
            <a:r>
              <a:t>Sesión: Catálogo de tools e integración</a:t>
            </a:r>
          </a:p>
          <a:p xmlns:a="http://schemas.openxmlformats.org/drawingml/2006/main">
            <a:r>
              <a:t>Archivo: 04-tools-multiples-editable-v2.pptx</a:t>
            </a:r>
          </a:p>
          <a:p xmlns:a="http://schemas.openxmlformats.org/drawingml/2006/main">
            <a:r>
              <a:t>Sección que soporta: §2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https://github.com/javierrosado/ariwalab-course-langchain/blob/27c24090f1662f9473b673d2020e7bffee04490b/modulo-2-agentes-avanzados/sesion-04-tools-multiples/README.md</a:t>
            </a:r>
          </a:p>
          <a:p xmlns:a="http://schemas.openxmlformats.org/drawingml/2006/main">
            <a:r>
              <a:t>Contexto adicional: laboratorios, demos y soluciones de modulo-2-agentes-avanzados/sesion-04-tools-multiples;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Analizar errores de selección antes de modificar el catálogo.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Selección dinámica y confusiones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Corregir selección exige identificar qué capacidades se confunden.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«¿Siempre es un error no llamar ninguna tool?».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Consulta real: Incluye sinónimos, ambigüedades y datos incompletos.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Descripción de tools: Orienta qué capacidad debe usar el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Matriz de selección: Muestra tool esperada frente a tool llamada.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Corregir selección exige identificar qué capacidades se confunden.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Consulta real; Descripción de tools; Matriz de selección.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«¿Por qué me cobraron mantenimiento?» se envía por error a saldo.</a:t>
            </a:r>
          </a:p>
          <a:p xmlns:a="http://schemas.openxmlformats.org/drawingml/2006/main">
            <a:r>
              <a:t>Detectar: La esperada es explain_fee, no get_account_balance.</a:t>
            </a:r>
          </a:p>
          <a:p xmlns:a="http://schemas.openxmlformats.org/drawingml/2006/main">
            <a:r>
              <a:t>Diagnosticar: Revisar fronteras y ejemplos de ambas descripciones.</a:t>
            </a:r>
          </a:p>
          <a:p xmlns:a="http://schemas.openxmlformats.org/drawingml/2006/main">
            <a:r>
              <a:t>Repetir: Volver a medir los mismos casos tras el ajuste.</a:t>
            </a:r>
          </a:p>
          <a:p xmlns:a="http://schemas.openxmlformats.org/drawingml/2006/main">
            <a:r>
              <a:t>Resultado: La matriz localiza una confusión que el promedio oculta.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¿Siempre es un error no llamar ninguna tool?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Corregir selección exige identificar qué capacidades se confunden.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Contar cualquier llamada como un acierto.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S3: primera tool con contrato · Capítulo previo: Responsabilidad única en el catálogo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S5: retriever y memoria · Sigue: Few-shot para elegir herramientas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8 · CAPÍTULO 3 · DESARROLLO</a:t>
            </a:r>
          </a:p>
          <a:p xmlns:a="http://schemas.openxmlformats.org/drawingml/2006/main">
            <a:r>
              <a:t>Título: Leer la matriz para actuar</a:t>
            </a:r>
          </a:p>
          <a:p xmlns:a="http://schemas.openxmlformats.org/drawingml/2006/main">
            <a:r>
              <a:t>Sesión: Catálogo de tools e integración</a:t>
            </a:r>
          </a:p>
          <a:p xmlns:a="http://schemas.openxmlformats.org/drawingml/2006/main">
            <a:r>
              <a:t>Archivo: 04-tools-multiples-editable-v2.pptx</a:t>
            </a:r>
          </a:p>
          <a:p xmlns:a="http://schemas.openxmlformats.org/drawingml/2006/main">
            <a:r>
              <a:t>Sección que soporta: §2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https://github.com/javierrosado/ariwalab-course-langchain/blob/27c24090f1662f9473b673d2020e7bffee04490b/modulo-2-agentes-avanzados/sesion-04-tools-multiples/README.md</a:t>
            </a:r>
          </a:p>
          <a:p xmlns:a="http://schemas.openxmlformats.org/drawingml/2006/main">
            <a:r>
              <a:t>Contexto adicional: laboratorios, demos y soluciones de modulo-2-agentes-avanzados/sesion-04-tools-multiples;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Analizar errores de selección antes de modificar el catálogo.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Selección dinámica y confusiones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Corregir selección exige identificar qué capacidades se confunden.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Diagonal: Casos en que la selección coincide con lo esperado.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Fuera de diagonal: Pares de tools confundidas que requieren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Sin llamada: Puede ser correcto para OTRO o un error en una consulta de negocio.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Contar cualquier llamada como un acierto.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Diagonal; Fuera de diagonal; Sin llamada.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«¿Por qué me cobraron mantenimiento?» se envía por error a saldo.</a:t>
            </a:r>
          </a:p>
          <a:p xmlns:a="http://schemas.openxmlformats.org/drawingml/2006/main">
            <a:r>
              <a:t>Detectar: La esperada es explain_fee, no get_account_balance.</a:t>
            </a:r>
          </a:p>
          <a:p xmlns:a="http://schemas.openxmlformats.org/drawingml/2006/main">
            <a:r>
              <a:t>Diagnosticar: Revisar fronteras y ejemplos de ambas descripciones.</a:t>
            </a:r>
          </a:p>
          <a:p xmlns:a="http://schemas.openxmlformats.org/drawingml/2006/main">
            <a:r>
              <a:t>Repetir: Volver a medir los mismos casos tras el ajuste.</a:t>
            </a:r>
          </a:p>
          <a:p xmlns:a="http://schemas.openxmlformats.org/drawingml/2006/main">
            <a:r>
              <a:t>Resultado: La matriz localiza una confusión que el promedio oculta.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¿Siempre es un error no llamar ninguna tool?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Corregir selección exige identificar qué capacidades se confunden.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Contar cualquier llamada como un acierto.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S3: primera tool con contrato · Capítulo previo: Responsabilidad única en el catálogo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S5: retriever y memoria · Sigue: Few-shot para elegir herramientas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9 · CAPÍTULO 3 · EJEMPLO</a:t>
            </a:r>
          </a:p>
          <a:p xmlns:a="http://schemas.openxmlformats.org/drawingml/2006/main">
            <a:r>
              <a:t>Título: Banco Inti · Selección dinámica y confusiones</a:t>
            </a:r>
          </a:p>
          <a:p xmlns:a="http://schemas.openxmlformats.org/drawingml/2006/main">
            <a:r>
              <a:t>Sesión: Catálogo de tools e integración</a:t>
            </a:r>
          </a:p>
          <a:p xmlns:a="http://schemas.openxmlformats.org/drawingml/2006/main">
            <a:r>
              <a:t>Archivo: 04-tools-multiples-editable-v2.pptx</a:t>
            </a:r>
          </a:p>
          <a:p xmlns:a="http://schemas.openxmlformats.org/drawingml/2006/main">
            <a:r>
              <a:t>Sección que soporta: §2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https://github.com/javierrosado/ariwalab-course-langchain/blob/27c24090f1662f9473b673d2020e7bffee04490b/modulo-2-agentes-avanzados/sesion-04-tools-multiples/README.md</a:t>
            </a:r>
          </a:p>
          <a:p xmlns:a="http://schemas.openxmlformats.org/drawingml/2006/main">
            <a:r>
              <a:t>Contexto adicional: laboratorios, demos y soluciones de modulo-2-agentes-avanzados/sesion-04-tools-multiples;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Analizar errores de selección antes de modificar el catálogo.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Selección dinámica y confusiones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Corregir selección exige identificar qué capacidades se confunden.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«¿Por qué me cobraron mantenimiento?» se envía por error a saldo.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Detectar: La esperada es explain_fee, no get_account_balance.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Diagnosticar: Revisar fronteras y ejemplos de ambas descripciones.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Repetir: Volver a medir los mismos casos tras el ajuste.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La matriz localiza una confusión que el promedio oculta.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Detectar; Diagnosticar; Repetir.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«¿Por qué me cobraron mantenimiento?» se envía por error a saldo.</a:t>
            </a:r>
          </a:p>
          <a:p xmlns:a="http://schemas.openxmlformats.org/drawingml/2006/main">
            <a:r>
              <a:t>Detectar: La esperada es explain_fee, no get_account_balance.</a:t>
            </a:r>
          </a:p>
          <a:p xmlns:a="http://schemas.openxmlformats.org/drawingml/2006/main">
            <a:r>
              <a:t>Diagnosticar: Revisar fronteras y ejemplos de ambas descripciones.</a:t>
            </a:r>
          </a:p>
          <a:p xmlns:a="http://schemas.openxmlformats.org/drawingml/2006/main">
            <a:r>
              <a:t>Repetir: Volver a medir los mismos casos tras el ajuste.</a:t>
            </a:r>
          </a:p>
          <a:p xmlns:a="http://schemas.openxmlformats.org/drawingml/2006/main">
            <a:r>
              <a:t>Resultado: La matriz localiza una confusión que el promedio oculta.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¿Siempre es un error no llamar ninguna tool?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Corregir selección exige identificar qué capacidades se confunden.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Contar cualquier llamada como un acierto.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S3: primera tool con contrato · Capítulo previo: Responsabilidad única en el catálogo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S5: retriever y memoria · Sigue: Few-shot para elegir herramientas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10 · CAPÍTULO 4 · CONCEPTO</a:t>
            </a:r>
          </a:p>
          <a:p xmlns:a="http://schemas.openxmlformats.org/drawingml/2006/main">
            <a:r>
              <a:t>Título: Few-shot para elegir herramientas</a:t>
            </a:r>
          </a:p>
          <a:p xmlns:a="http://schemas.openxmlformats.org/drawingml/2006/main">
            <a:r>
              <a:t>Sesión: Catálogo de tools e integración</a:t>
            </a:r>
          </a:p>
          <a:p xmlns:a="http://schemas.openxmlformats.org/drawingml/2006/main">
            <a:r>
              <a:t>Archivo: 04-tools-multiples-editable-v2.pptx</a:t>
            </a:r>
          </a:p>
          <a:p xmlns:a="http://schemas.openxmlformats.org/drawingml/2006/main">
            <a:r>
              <a:t>Sección que soporta: §2.1 · regla A5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https://github.com/javierrosado/ariwalab-course-langchain/blob/27c24090f1662f9473b673d2020e7bffee04490b/modulo-2-agentes-avanzados/sesion-04-tools-multiples/README.md</a:t>
            </a:r>
          </a:p>
          <a:p xmlns:a="http://schemas.openxmlformats.org/drawingml/2006/main">
            <a:r>
              <a:t>Contexto adicional: laboratorios, demos y soluciones de modulo-2-agentes-avanzados/sesion-04-tools-multiples;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Usar contrastes que aclaren la frontera entre capacidades cercanas.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Few-shot para elegir herramientas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Los ejemplos deben enseñar una distinción transferible.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reformulación usarías para comprobar que no memorizó la frase?».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Consulta A: Pide información de la cuenta.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Consulta B: Pregunta por movimientos o por una comisión.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Criterio: Seleccionar según la necesidad, no por mencionar dinero.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Los ejemplos deben enseñar una distinción transferible.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Consulta A; Consulta B; Criterio.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«¿Cuánto tengo?» frente a «¿Qué cargos hubo ayer?»</a:t>
            </a:r>
          </a:p>
          <a:p xmlns:a="http://schemas.openxmlformats.org/drawingml/2006/main">
            <a:r>
              <a:t>Saldo: get_account_balance responde disponibilidad en la cuenta.</a:t>
            </a:r>
          </a:p>
          <a:p xmlns:a="http://schemas.openxmlformats.org/drawingml/2006/main">
            <a:r>
              <a:t>Movimientos: list_transactions recupera la actividad.</a:t>
            </a:r>
          </a:p>
          <a:p xmlns:a="http://schemas.openxmlformats.org/drawingml/2006/main">
            <a:r>
              <a:t>Transferir: No añadir una operación de transferencia al catálogo.</a:t>
            </a:r>
          </a:p>
          <a:p xmlns:a="http://schemas.openxmlformats.org/drawingml/2006/main">
            <a:r>
              <a:t>Resultado: El catálogo y sus límites definen qué decisiones son posibles.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reformulación usarías para comprobar que no memorizó la frase?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Los ejemplos deben enseñar una distinción transferible.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Usar ejemplos idénticos a la prueba y presentarlo como generalización.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S3: primera tool con contrato · Capítulo previo: Selección dinámica y confusiones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S5: retriever y memoria · Sigue: Cuatro tools núcleo y alcance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11 · CAPÍTULO 4 · DESARROLLO</a:t>
            </a:r>
          </a:p>
          <a:p xmlns:a="http://schemas.openxmlformats.org/drawingml/2006/main">
            <a:r>
              <a:t>Título: Construir el par de ejemplos</a:t>
            </a:r>
          </a:p>
          <a:p xmlns:a="http://schemas.openxmlformats.org/drawingml/2006/main">
            <a:r>
              <a:t>Sesión: Catálogo de tools e integración</a:t>
            </a:r>
          </a:p>
          <a:p xmlns:a="http://schemas.openxmlformats.org/drawingml/2006/main">
            <a:r>
              <a:t>Archivo: 04-tools-multiples-editable-v2.pptx</a:t>
            </a:r>
          </a:p>
          <a:p xmlns:a="http://schemas.openxmlformats.org/drawingml/2006/main">
            <a:r>
              <a:t>Sección que soporta: §2.1 · regla A5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https://github.com/javierrosado/ariwalab-course-langchain/blob/27c24090f1662f9473b673d2020e7bffee04490b/modulo-2-agentes-avanzados/sesion-04-tools-multiples/README.md</a:t>
            </a:r>
          </a:p>
          <a:p xmlns:a="http://schemas.openxmlformats.org/drawingml/2006/main">
            <a:r>
              <a:t>Contexto adicional: laboratorios, demos y soluciones de modulo-2-agentes-avanzados/sesion-04-tools-multiples;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Usar contrastes que aclaren la frontera entre capacidades cercanas.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Few-shot para elegir herramientas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Los ejemplos deben enseñar una distinción transferible.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Aislar: Mantener vocabulario parecido y cambiar la intención.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Etiquetar: Indicar la tool esperada y por qué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Comprobar: Probar reformulaciones no incluidas en el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Usar ejemplos idénticos a la prueba y presentarlo como generalización.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Aislar; Etiquetar; Comprobar.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«¿Cuánto tengo?» frente a «¿Qué cargos hubo ayer?»</a:t>
            </a:r>
          </a:p>
          <a:p xmlns:a="http://schemas.openxmlformats.org/drawingml/2006/main">
            <a:r>
              <a:t>Saldo: get_account_balance responde disponibilidad en la cuenta.</a:t>
            </a:r>
          </a:p>
          <a:p xmlns:a="http://schemas.openxmlformats.org/drawingml/2006/main">
            <a:r>
              <a:t>Movimientos: list_transactions recupera la actividad.</a:t>
            </a:r>
          </a:p>
          <a:p xmlns:a="http://schemas.openxmlformats.org/drawingml/2006/main">
            <a:r>
              <a:t>Transferir: No añadir una operación de transferencia al catálogo.</a:t>
            </a:r>
          </a:p>
          <a:p xmlns:a="http://schemas.openxmlformats.org/drawingml/2006/main">
            <a:r>
              <a:t>Resultado: El catálogo y sus límites definen qué decisiones son posibles.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reformulación usarías para comprobar que no memorizó la frase?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Los ejemplos deben enseñar una distinción transferible.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Usar ejemplos idénticos a la prueba y presentarlo como generalización.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S3: primera tool con contrato · Capítulo previo: Selección dinámica y confusiones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S5: retriever y memoria · Sigue: Cuatro tools núcleo y alcance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12 · CAPÍTULO 4 · EJEMPLO</a:t>
            </a:r>
          </a:p>
          <a:p xmlns:a="http://schemas.openxmlformats.org/drawingml/2006/main">
            <a:r>
              <a:t>Título: Banco Inti · Few-shot para elegir herramientas</a:t>
            </a:r>
          </a:p>
          <a:p xmlns:a="http://schemas.openxmlformats.org/drawingml/2006/main">
            <a:r>
              <a:t>Sesión: Catálogo de tools e integración</a:t>
            </a:r>
          </a:p>
          <a:p xmlns:a="http://schemas.openxmlformats.org/drawingml/2006/main">
            <a:r>
              <a:t>Archivo: 04-tools-multiples-editable-v2.pptx</a:t>
            </a:r>
          </a:p>
          <a:p xmlns:a="http://schemas.openxmlformats.org/drawingml/2006/main">
            <a:r>
              <a:t>Sección que soporta: §2.1 · regla A5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https://github.com/javierrosado/ariwalab-course-langchain/blob/27c24090f1662f9473b673d2020e7bffee04490b/modulo-2-agentes-avanzados/sesion-04-tools-multiples/README.md</a:t>
            </a:r>
          </a:p>
          <a:p xmlns:a="http://schemas.openxmlformats.org/drawingml/2006/main">
            <a:r>
              <a:t>Contexto adicional: laboratorios, demos y soluciones de modulo-2-agentes-avanzados/sesion-04-tools-multiples;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Usar contrastes que aclaren la frontera entre capacidades cercanas.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Few-shot para elegir herramientas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Los ejemplos deben enseñar una distinción transferible.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«¿Cuánto tengo?» frente a «¿Qué cargos hubo ayer?»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Saldo: get_account_balance responde disponibilidad en la cuenta.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Movimientos: list_transactions recupera la actividad.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Transferir: No añadir una operación de transferencia al catálogo.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El catálogo y sus límites definen qué decisiones son posibles.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Saldo; Movimientos; Transferir.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«¿Cuánto tengo?» frente a «¿Qué cargos hubo ayer?»</a:t>
            </a:r>
          </a:p>
          <a:p xmlns:a="http://schemas.openxmlformats.org/drawingml/2006/main">
            <a:r>
              <a:t>Saldo: get_account_balance responde disponibilidad en la cuenta.</a:t>
            </a:r>
          </a:p>
          <a:p xmlns:a="http://schemas.openxmlformats.org/drawingml/2006/main">
            <a:r>
              <a:t>Movimientos: list_transactions recupera la actividad.</a:t>
            </a:r>
          </a:p>
          <a:p xmlns:a="http://schemas.openxmlformats.org/drawingml/2006/main">
            <a:r>
              <a:t>Transferir: No añadir una operación de transferencia al catálogo.</a:t>
            </a:r>
          </a:p>
          <a:p xmlns:a="http://schemas.openxmlformats.org/drawingml/2006/main">
            <a:r>
              <a:t>Resultado: El catálogo y sus límites definen qué decisiones son posibles.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reformulación usarías para comprobar que no memorizó la frase?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Los ejemplos deben enseñar una distinción transferible.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Usar ejemplos idénticos a la prueba y presentarlo como generalización.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S3: primera tool con contrato · Capítulo previo: Selección dinámica y confusiones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S5: retriever y memoria · Sigue: Cuatro tools núcleo y alcance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13 · CAPÍTULO 5 · CONCEPTO</a:t>
            </a:r>
          </a:p>
          <a:p xmlns:a="http://schemas.openxmlformats.org/drawingml/2006/main">
            <a:r>
              <a:t>Título: Cuatro tools núcleo y alcance</a:t>
            </a:r>
          </a:p>
          <a:p xmlns:a="http://schemas.openxmlformats.org/drawingml/2006/main">
            <a:r>
              <a:t>Sesión: Catálogo de tools e integración</a:t>
            </a:r>
          </a:p>
          <a:p xmlns:a="http://schemas.openxmlformats.org/drawingml/2006/main">
            <a:r>
              <a:t>Archivo: 04-tools-multiples-editable-v2.pptx</a:t>
            </a:r>
          </a:p>
          <a:p xmlns:a="http://schemas.openxmlformats.org/drawingml/2006/main">
            <a:r>
              <a:t>Sección que soporta: §3 · regla A1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https://github.com/javierrosado/ariwalab-course-langchain/blob/27c24090f1662f9473b673d2020e7bffee04490b/modulo-2-agentes-avanzados/sesion-04-tools-multiples/README.md</a:t>
            </a:r>
          </a:p>
          <a:p xmlns:a="http://schemas.openxmlformats.org/drawingml/2006/main">
            <a:r>
              <a:t>Contexto adicional: laboratorios, demos y soluciones de modulo-2-agentes-avanzados/sesion-04-tools-multiples;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Comprender la reducción del catálogo como decisión pedagógica medible.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Cuatro tools núcleo y alcance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Un catálogo pequeño y claro facilita aprender a medir la selección.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evidencia justificaría incorporar una quinta capacidad?».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Núcleo: Cuatro capacidades obligatorias por industria.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Opcionales: Otras capacidades del simulador quedan como ampliación.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Comparación: Se puede medir cómo cambia la selección al ampliar opciones.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Un catálogo pequeño y claro facilita aprender a medir la selección.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Núcleo; Opcionales; Comparación.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El núcleo incluye cotización SOAT, póliza, cobertura y apertura de siniestro.</a:t>
            </a:r>
          </a:p>
          <a:p xmlns:a="http://schemas.openxmlformats.org/drawingml/2006/main">
            <a:r>
              <a:t>Definir: quote_soat y get_policy_by_plate cubren dos tareas distintas.</a:t>
            </a:r>
          </a:p>
          <a:p xmlns:a="http://schemas.openxmlformats.org/drawingml/2006/main">
            <a:r>
              <a:t>Completar: check_coverage y open_claim completan el núcleo.</a:t>
            </a:r>
          </a:p>
          <a:p xmlns:a="http://schemas.openxmlformats.org/drawingml/2006/main">
            <a:r>
              <a:t>Limitar: Abrir un siniestro no significa aprobar su pago.</a:t>
            </a:r>
          </a:p>
          <a:p xmlns:a="http://schemas.openxmlformats.org/drawingml/2006/main">
            <a:r>
              <a:t>Resultado: Cuatro es una decisión del curso; no un límite universal de los agentes.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evidencia justificaría incorporar una quinta capacidad?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Un catálogo pequeño y claro facilita aprender a medir la selección.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Convertir la regla didáctica de cuatro en una ley técnica.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S3: primera tool con contrato · Capítulo previo: Few-shot para elegir herramientas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S5: retriever y memoria · Sigue: Idempotencia y límite de iteraciones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14 · CAPÍTULO 5 · DESARROLLO</a:t>
            </a:r>
          </a:p>
          <a:p xmlns:a="http://schemas.openxmlformats.org/drawingml/2006/main">
            <a:r>
              <a:t>Título: Aplicar la restricción con criterio</a:t>
            </a:r>
          </a:p>
          <a:p xmlns:a="http://schemas.openxmlformats.org/drawingml/2006/main">
            <a:r>
              <a:t>Sesión: Catálogo de tools e integración</a:t>
            </a:r>
          </a:p>
          <a:p xmlns:a="http://schemas.openxmlformats.org/drawingml/2006/main">
            <a:r>
              <a:t>Archivo: 04-tools-multiples-editable-v2.pptx</a:t>
            </a:r>
          </a:p>
          <a:p xmlns:a="http://schemas.openxmlformats.org/drawingml/2006/main">
            <a:r>
              <a:t>Sección que soporta: §3 · regla A1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https://github.com/javierrosado/ariwalab-course-langchain/blob/27c24090f1662f9473b673d2020e7bffee04490b/modulo-2-agentes-avanzados/sesion-04-tools-multiples/README.md</a:t>
            </a:r>
          </a:p>
          <a:p xmlns:a="http://schemas.openxmlformats.org/drawingml/2006/main">
            <a:r>
              <a:t>Contexto adicional: laboratorios, demos y soluciones de modulo-2-agentes-avanzados/sesion-04-tools-multiples;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Comprender la reducción del catálogo como decisión pedagógica medible.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Cuatro tools núcleo y alcance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Un catálogo pequeño y claro facilita aprender a medir la selección.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Relevancia: Incluir lo necesario para el caso principal.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Claridad: Evitar capacidades redundantes sin una frontera útil.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Evidencia: Ampliar solo cuando las nuevas capacidades aporten y se prueben.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Convertir la regla didáctica de cuatro en una ley técnica.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Relevancia; Claridad; Evidencia.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El núcleo incluye cotización SOAT, póliza, cobertura y apertura de siniestro.</a:t>
            </a:r>
          </a:p>
          <a:p xmlns:a="http://schemas.openxmlformats.org/drawingml/2006/main">
            <a:r>
              <a:t>Definir: quote_soat y get_policy_by_plate cubren dos tareas distintas.</a:t>
            </a:r>
          </a:p>
          <a:p xmlns:a="http://schemas.openxmlformats.org/drawingml/2006/main">
            <a:r>
              <a:t>Completar: check_coverage y open_claim completan el núcleo.</a:t>
            </a:r>
          </a:p>
          <a:p xmlns:a="http://schemas.openxmlformats.org/drawingml/2006/main">
            <a:r>
              <a:t>Limitar: Abrir un siniestro no significa aprobar su pago.</a:t>
            </a:r>
          </a:p>
          <a:p xmlns:a="http://schemas.openxmlformats.org/drawingml/2006/main">
            <a:r>
              <a:t>Resultado: Cuatro es una decisión del curso; no un límite universal de los agentes.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evidencia justificaría incorporar una quinta capacidad?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Un catálogo pequeño y claro facilita aprender a medir la selección.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Convertir la regla didáctica de cuatro en una ley técnica.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S3: primera tool con contrato · Capítulo previo: Few-shot para elegir herramientas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S5: retriever y memoria · Sigue: Idempotencia y límite de iteraciones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15 · CAPÍTULO 5 · EJEMPLO</a:t>
            </a:r>
          </a:p>
          <a:p xmlns:a="http://schemas.openxmlformats.org/drawingml/2006/main">
            <a:r>
              <a:t>Título: Andina Seguros · Cuatro tools núcleo y alcance</a:t>
            </a:r>
          </a:p>
          <a:p xmlns:a="http://schemas.openxmlformats.org/drawingml/2006/main">
            <a:r>
              <a:t>Sesión: Catálogo de tools e integración</a:t>
            </a:r>
          </a:p>
          <a:p xmlns:a="http://schemas.openxmlformats.org/drawingml/2006/main">
            <a:r>
              <a:t>Archivo: 04-tools-multiples-editable-v2.pptx</a:t>
            </a:r>
          </a:p>
          <a:p xmlns:a="http://schemas.openxmlformats.org/drawingml/2006/main">
            <a:r>
              <a:t>Sección que soporta: §3 · regla A1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https://github.com/javierrosado/ariwalab-course-langchain/blob/27c24090f1662f9473b673d2020e7bffee04490b/modulo-2-agentes-avanzados/sesion-04-tools-multiples/README.md</a:t>
            </a:r>
          </a:p>
          <a:p xmlns:a="http://schemas.openxmlformats.org/drawingml/2006/main">
            <a:r>
              <a:t>Contexto adicional: laboratorios, demos y soluciones de modulo-2-agentes-avanzados/sesion-04-tools-multiples;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Comprender la reducción del catálogo como decisión pedagógica medible.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Cuatro tools núcleo y alcance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Un catálogo pequeño y claro facilita aprender a medir la selección.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El núcleo incluye cotización SOAT, póliza, cobertura y apertura de siniestro.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Definir: quote_soat y get_policy_by_plate cubren dos tareas distintas.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Completar: check_coverage y open_claim completan el núcleo.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Limitar: Abrir un siniestro no significa aprobar su pago.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Cuatro es una decisión del curso; no un límite universal de los agentes.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Definir; Completar; Limitar.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El núcleo incluye cotización SOAT, póliza, cobertura y apertura de siniestro.</a:t>
            </a:r>
          </a:p>
          <a:p xmlns:a="http://schemas.openxmlformats.org/drawingml/2006/main">
            <a:r>
              <a:t>Definir: quote_soat y get_policy_by_plate cubren dos tareas distintas.</a:t>
            </a:r>
          </a:p>
          <a:p xmlns:a="http://schemas.openxmlformats.org/drawingml/2006/main">
            <a:r>
              <a:t>Completar: check_coverage y open_claim completan el núcleo.</a:t>
            </a:r>
          </a:p>
          <a:p xmlns:a="http://schemas.openxmlformats.org/drawingml/2006/main">
            <a:r>
              <a:t>Limitar: Abrir un siniestro no significa aprobar su pago.</a:t>
            </a:r>
          </a:p>
          <a:p xmlns:a="http://schemas.openxmlformats.org/drawingml/2006/main">
            <a:r>
              <a:t>Resultado: Cuatro es una decisión del curso; no un límite universal de los agentes.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evidencia justificaría incorporar una quinta capacidad?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Un catálogo pequeño y claro facilita aprender a medir la selección.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Convertir la regla didáctica de cuatro en una ley técnica.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S3: primera tool con contrato · Capítulo previo: Few-shot para elegir herramientas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S5: retriever y memoria · Sigue: Idempotencia y límite de iteraciones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16 · CAPÍTULO 6 · CONCEPTO</a:t>
            </a:r>
          </a:p>
          <a:p xmlns:a="http://schemas.openxmlformats.org/drawingml/2006/main">
            <a:r>
              <a:t>Título: Idempotencia y límite de iteraciones</a:t>
            </a:r>
          </a:p>
          <a:p xmlns:a="http://schemas.openxmlformats.org/drawingml/2006/main">
            <a:r>
              <a:t>Sesión: Catálogo de tools e integración</a:t>
            </a:r>
          </a:p>
          <a:p xmlns:a="http://schemas.openxmlformats.org/drawingml/2006/main">
            <a:r>
              <a:t>Archivo: 04-tools-multiples-editable-v2.pptx</a:t>
            </a:r>
          </a:p>
          <a:p xmlns:a="http://schemas.openxmlformats.org/drawingml/2006/main">
            <a:r>
              <a:t>Sección que soporta: §4 · regla A4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https://github.com/javierrosado/ariwalab-course-langchain/blob/27c24090f1662f9473b673d2020e7bffee04490b/modulo-2-agentes-avanzados/sesion-04-tools-multiples/README.md</a:t>
            </a:r>
          </a:p>
          <a:p xmlns:a="http://schemas.openxmlformats.org/drawingml/2006/main">
            <a:r>
              <a:t>Contexto adicional: laboratorios, demos y soluciones de modulo-2-agentes-avanzados/sesion-04-tools-multiples;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Evitar efectos duplicados y ejecuciones sin una salida controlada.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Idempotencia y límite de iteraciones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Los reintentos deben considerar el efecto de la operación.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podría ocurrir al reintentar una creación tras un timeout?».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Repetición: Un usuario o un fallo puede provocar llamadas repetidas.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Escritura: Repetir una creación puede duplicar el efecto.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Control: Identificar operaciones, limitar iteraciones y definir derivación.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Los reintentos deben considerar el efecto de la operación.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Repetición; Escritura; Control.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El cliente repite la solicitud de crear un reclamo.</a:t>
            </a:r>
          </a:p>
          <a:p xmlns:a="http://schemas.openxmlformats.org/drawingml/2006/main">
            <a:r>
              <a:t>Reconocer: Puede tratarse de la misma operación de negocio.</a:t>
            </a:r>
          </a:p>
          <a:p xmlns:a="http://schemas.openxmlformats.org/drawingml/2006/main">
            <a:r>
              <a:t>Proteger: Usar el mecanismo de idempotencia del contrato cuando corresponda.</a:t>
            </a:r>
          </a:p>
          <a:p xmlns:a="http://schemas.openxmlformats.org/drawingml/2006/main">
            <a:r>
              <a:t>Comprobar: No presentar dos tickets como si fueran una sola gestión.</a:t>
            </a:r>
          </a:p>
          <a:p xmlns:a="http://schemas.openxmlformats.org/drawingml/2006/main">
            <a:r>
              <a:t>Resultado: Limitar vueltas no vuelve idempotente una escritura.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podría ocurrir al reintentar una creación tras un timeout?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Los reintentos deben considerar el efecto de la operación.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Suponer que toda lectura o escritura repetida es inocua.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S3: primera tool con contrato · Capítulo previo: Cuatro tools núcleo y alcance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S5: retriever y memoria · Sigue: MCP: exponer y descubrir tools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17 · CAPÍTULO 6 · DESARROLLO</a:t>
            </a:r>
          </a:p>
          <a:p xmlns:a="http://schemas.openxmlformats.org/drawingml/2006/main">
            <a:r>
              <a:t>Título: Dos protecciones distintas</a:t>
            </a:r>
          </a:p>
          <a:p xmlns:a="http://schemas.openxmlformats.org/drawingml/2006/main">
            <a:r>
              <a:t>Sesión: Catálogo de tools e integración</a:t>
            </a:r>
          </a:p>
          <a:p xmlns:a="http://schemas.openxmlformats.org/drawingml/2006/main">
            <a:r>
              <a:t>Archivo: 04-tools-multiples-editable-v2.pptx</a:t>
            </a:r>
          </a:p>
          <a:p xmlns:a="http://schemas.openxmlformats.org/drawingml/2006/main">
            <a:r>
              <a:t>Sección que soporta: §4 · regla A4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https://github.com/javierrosado/ariwalab-course-langchain/blob/27c24090f1662f9473b673d2020e7bffee04490b/modulo-2-agentes-avanzados/sesion-04-tools-multiples/README.md</a:t>
            </a:r>
          </a:p>
          <a:p xmlns:a="http://schemas.openxmlformats.org/drawingml/2006/main">
            <a:r>
              <a:t>Contexto adicional: laboratorios, demos y soluciones de modulo-2-agentes-avanzados/sesion-04-tools-multiples;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Evitar efectos duplicados y ejecuciones sin una salida controlada.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Idempotencia y límite de iteraciones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Los reintentos deben considerar el efecto de la operación.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Idempotencia: La repetición del mismo pedido no debe crear efectos nuevos.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Tope: El bucle se detiene al alcanzar el máximo configurado.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Respuesta: Informar qué ocurrió y cuándo se necesita ayuda humana.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Suponer que toda lectura o escritura repetida es inocua.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Idempotencia; Tope; Respuesta.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El cliente repite la solicitud de crear un reclamo.</a:t>
            </a:r>
          </a:p>
          <a:p xmlns:a="http://schemas.openxmlformats.org/drawingml/2006/main">
            <a:r>
              <a:t>Reconocer: Puede tratarse de la misma operación de negocio.</a:t>
            </a:r>
          </a:p>
          <a:p xmlns:a="http://schemas.openxmlformats.org/drawingml/2006/main">
            <a:r>
              <a:t>Proteger: Usar el mecanismo de idempotencia del contrato cuando corresponda.</a:t>
            </a:r>
          </a:p>
          <a:p xmlns:a="http://schemas.openxmlformats.org/drawingml/2006/main">
            <a:r>
              <a:t>Comprobar: No presentar dos tickets como si fueran una sola gestión.</a:t>
            </a:r>
          </a:p>
          <a:p xmlns:a="http://schemas.openxmlformats.org/drawingml/2006/main">
            <a:r>
              <a:t>Resultado: Limitar vueltas no vuelve idempotente una escritura.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podría ocurrir al reintentar una creación tras un timeout?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Los reintentos deben considerar el efecto de la operación.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Suponer que toda lectura o escritura repetida es inocua.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S3: primera tool con contrato · Capítulo previo: Cuatro tools núcleo y alcance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S5: retriever y memoria · Sigue: MCP: exponer y descubrir tools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18 · CAPÍTULO 6 · EJEMPLO</a:t>
            </a:r>
          </a:p>
          <a:p xmlns:a="http://schemas.openxmlformats.org/drawingml/2006/main">
            <a:r>
              <a:t>Título: AndesMóvil · Idempotencia y límite de iteraciones</a:t>
            </a:r>
          </a:p>
          <a:p xmlns:a="http://schemas.openxmlformats.org/drawingml/2006/main">
            <a:r>
              <a:t>Sesión: Catálogo de tools e integración</a:t>
            </a:r>
          </a:p>
          <a:p xmlns:a="http://schemas.openxmlformats.org/drawingml/2006/main">
            <a:r>
              <a:t>Archivo: 04-tools-multiples-editable-v2.pptx</a:t>
            </a:r>
          </a:p>
          <a:p xmlns:a="http://schemas.openxmlformats.org/drawingml/2006/main">
            <a:r>
              <a:t>Sección que soporta: §4 · regla A4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https://github.com/javierrosado/ariwalab-course-langchain/blob/27c24090f1662f9473b673d2020e7bffee04490b/modulo-2-agentes-avanzados/sesion-04-tools-multiples/README.md</a:t>
            </a:r>
          </a:p>
          <a:p xmlns:a="http://schemas.openxmlformats.org/drawingml/2006/main">
            <a:r>
              <a:t>Contexto adicional: laboratorios, demos y soluciones de modulo-2-agentes-avanzados/sesion-04-tools-multiples;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Evitar efectos duplicados y ejecuciones sin una salida controlada.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Idempotencia y límite de iteraciones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Los reintentos deben considerar el efecto de la operación.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El cliente repite la solicitud de crear un reclamo.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Reconocer: Puede tratarse de la misma operación de negocio.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Proteger: Usar el mecanismo de idempotencia del contrato cuando corresponda.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Comprobar: No presentar dos tickets como si fueran una sola gestión.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Limitar vueltas no vuelve idempotente una escritura.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Reconocer; Proteger; Comprobar.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El cliente repite la solicitud de crear un reclamo.</a:t>
            </a:r>
          </a:p>
          <a:p xmlns:a="http://schemas.openxmlformats.org/drawingml/2006/main">
            <a:r>
              <a:t>Reconocer: Puede tratarse de la misma operación de negocio.</a:t>
            </a:r>
          </a:p>
          <a:p xmlns:a="http://schemas.openxmlformats.org/drawingml/2006/main">
            <a:r>
              <a:t>Proteger: Usar el mecanismo de idempotencia del contrato cuando corresponda.</a:t>
            </a:r>
          </a:p>
          <a:p xmlns:a="http://schemas.openxmlformats.org/drawingml/2006/main">
            <a:r>
              <a:t>Comprobar: No presentar dos tickets como si fueran una sola gestión.</a:t>
            </a:r>
          </a:p>
          <a:p xmlns:a="http://schemas.openxmlformats.org/drawingml/2006/main">
            <a:r>
              <a:t>Resultado: Limitar vueltas no vuelve idempotente una escritura.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podría ocurrir al reintentar una creación tras un timeout?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Los reintentos deben considerar el efecto de la operación.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Suponer que toda lectura o escritura repetida es inocua.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S3: primera tool con contrato · Capítulo previo: Cuatro tools núcleo y alcance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S5: retriever y memoria · Sigue: MCP: exponer y descubrir tools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19 · CAPÍTULO 7 · CONCEPTO</a:t>
            </a:r>
          </a:p>
          <a:p xmlns:a="http://schemas.openxmlformats.org/drawingml/2006/main">
            <a:r>
              <a:t>Título: MCP: exponer y descubrir tools</a:t>
            </a:r>
          </a:p>
          <a:p xmlns:a="http://schemas.openxmlformats.org/drawingml/2006/main">
            <a:r>
              <a:t>Sesión: Catálogo de tools e integración</a:t>
            </a:r>
          </a:p>
          <a:p xmlns:a="http://schemas.openxmlformats.org/drawingml/2006/main">
            <a:r>
              <a:t>Archivo: 04-tools-multiples-editable-v2.pptx</a:t>
            </a:r>
          </a:p>
          <a:p xmlns:a="http://schemas.openxmlformats.org/drawingml/2006/main">
            <a:r>
              <a:t>Sección que soporta: Pre-work MCP y conceptos-previos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https://github.com/javierrosado/ariwalab-course-langchain/blob/27c24090f1662f9473b673d2020e7bffee04490b/modulo-2-agentes-avanzados/sesion-04-tools-multiples/README.md</a:t>
            </a:r>
          </a:p>
          <a:p xmlns:a="http://schemas.openxmlformats.org/drawingml/2006/main">
            <a:r>
              <a:t>Contexto adicional: laboratorios, demos y soluciones de modulo-2-agentes-avanzados/sesion-04-tools-multiples;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Separar el protocolo de herramientas, su transporte y el sistema de negocio.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MCP: exponer y descubrir tools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MCP estandariza una interfaz; no decide la política del catálogo.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«¿Dónde sigue viviendo la lógica de consulta al simulador?».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Cliente MCP: Descubre e incorpora herramientas publicadas.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Servidor MCP: Expone contratos de capacidades al cliente.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Sistema externo: La implementación puede consultar el simulador por HTTP.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MCP estandariza una interfaz; no decide la política del catálogo.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Cliente MCP; Servidor MCP; Sistema externo.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El pre-work lista las seis tools disponibles en el servidor.</a:t>
            </a:r>
          </a:p>
          <a:p xmlns:a="http://schemas.openxmlformats.org/drawingml/2006/main">
            <a:r>
              <a:t>Conectar: Inicializar el cliente según el ejercicio MCP.</a:t>
            </a:r>
          </a:p>
          <a:p xmlns:a="http://schemas.openxmlformats.org/drawingml/2006/main">
            <a:r>
              <a:t>Descubrir: Revisar nombres, descripciones y esquemas recibidos.</a:t>
            </a:r>
          </a:p>
          <a:p xmlns:a="http://schemas.openxmlformats.org/drawingml/2006/main">
            <a:r>
              <a:t>Seleccionar: El catálogo núcleo del laboratorio sigue siendo de cuatro.</a:t>
            </a:r>
          </a:p>
          <a:p xmlns:a="http://schemas.openxmlformats.org/drawingml/2006/main">
            <a:r>
              <a:t>Resultado: Descubrir seis capacidades no obliga a habilitarlas todas en el agente.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¿Dónde sigue viviendo la lógica de consulta al simulador?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MCP estandariza una interfaz; no decide la política del catálogo.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Confundir MCP con una base de datos o con el transporte HTTP del negocio.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S3: primera tool con contrato · Capítulo previo: Idempotencia y límite de iteraciones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S5: retriever y memoria · Sigue: Laboratorio L4: integrar y medir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20 · CAPÍTULO 7 · DESARROLLO</a:t>
            </a:r>
          </a:p>
          <a:p xmlns:a="http://schemas.openxmlformats.org/drawingml/2006/main">
            <a:r>
              <a:t>Título: Leer las fronteras de integración</a:t>
            </a:r>
          </a:p>
          <a:p xmlns:a="http://schemas.openxmlformats.org/drawingml/2006/main">
            <a:r>
              <a:t>Sesión: Catálogo de tools e integración</a:t>
            </a:r>
          </a:p>
          <a:p xmlns:a="http://schemas.openxmlformats.org/drawingml/2006/main">
            <a:r>
              <a:t>Archivo: 04-tools-multiples-editable-v2.pptx</a:t>
            </a:r>
          </a:p>
          <a:p xmlns:a="http://schemas.openxmlformats.org/drawingml/2006/main">
            <a:r>
              <a:t>Sección que soporta: Pre-work MCP y conceptos-previos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https://github.com/javierrosado/ariwalab-course-langchain/blob/27c24090f1662f9473b673d2020e7bffee04490b/modulo-2-agentes-avanzados/sesion-04-tools-multiples/README.md</a:t>
            </a:r>
          </a:p>
          <a:p xmlns:a="http://schemas.openxmlformats.org/drawingml/2006/main">
            <a:r>
              <a:t>Contexto adicional: laboratorios, demos y soluciones de modulo-2-agentes-avanzados/sesion-04-tools-multiples;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Separar el protocolo de herramientas, su transporte y el sistema de negocio.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MCP: exponer y descubrir tools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MCP estandariza una interfaz; no decide la política del catálogo.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Descubrimiento: El cliente obtiene el catálogo del servidor.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Transporte: stdio comunica procesos; HTTP es otra frontera del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Ejecución: La tool sigue teniendo argumentos, errores y límites de negocio.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Confundir MCP con una base de datos o con el transporte HTTP del negocio.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Descubrimiento; Transporte; Ejecución.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El pre-work lista las seis tools disponibles en el servidor.</a:t>
            </a:r>
          </a:p>
          <a:p xmlns:a="http://schemas.openxmlformats.org/drawingml/2006/main">
            <a:r>
              <a:t>Conectar: Inicializar el cliente según el ejercicio MCP.</a:t>
            </a:r>
          </a:p>
          <a:p xmlns:a="http://schemas.openxmlformats.org/drawingml/2006/main">
            <a:r>
              <a:t>Descubrir: Revisar nombres, descripciones y esquemas recibidos.</a:t>
            </a:r>
          </a:p>
          <a:p xmlns:a="http://schemas.openxmlformats.org/drawingml/2006/main">
            <a:r>
              <a:t>Seleccionar: El catálogo núcleo del laboratorio sigue siendo de cuatro.</a:t>
            </a:r>
          </a:p>
          <a:p xmlns:a="http://schemas.openxmlformats.org/drawingml/2006/main">
            <a:r>
              <a:t>Resultado: Descubrir seis capacidades no obliga a habilitarlas todas en el agente.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¿Dónde sigue viviendo la lógica de consulta al simulador?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MCP estandariza una interfaz; no decide la política del catálogo.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Confundir MCP con una base de datos o con el transporte HTTP del negocio.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S3: primera tool con contrato · Capítulo previo: Idempotencia y límite de iteraciones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S5: retriever y memoria · Sigue: Laboratorio L4: integrar y medir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21 · CAPÍTULO 7 · EJEMPLO</a:t>
            </a:r>
          </a:p>
          <a:p xmlns:a="http://schemas.openxmlformats.org/drawingml/2006/main">
            <a:r>
              <a:t>Título: MercaSur · MCP: exponer y descubrir tools</a:t>
            </a:r>
          </a:p>
          <a:p xmlns:a="http://schemas.openxmlformats.org/drawingml/2006/main">
            <a:r>
              <a:t>Sesión: Catálogo de tools e integración</a:t>
            </a:r>
          </a:p>
          <a:p xmlns:a="http://schemas.openxmlformats.org/drawingml/2006/main">
            <a:r>
              <a:t>Archivo: 04-tools-multiples-editable-v2.pptx</a:t>
            </a:r>
          </a:p>
          <a:p xmlns:a="http://schemas.openxmlformats.org/drawingml/2006/main">
            <a:r>
              <a:t>Sección que soporta: Pre-work MCP y conceptos-previos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https://github.com/javierrosado/ariwalab-course-langchain/blob/27c24090f1662f9473b673d2020e7bffee04490b/modulo-2-agentes-avanzados/sesion-04-tools-multiples/README.md</a:t>
            </a:r>
          </a:p>
          <a:p xmlns:a="http://schemas.openxmlformats.org/drawingml/2006/main">
            <a:r>
              <a:t>Contexto adicional: laboratorios, demos y soluciones de modulo-2-agentes-avanzados/sesion-04-tools-multiples;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Separar el protocolo de herramientas, su transporte y el sistema de negocio.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MCP: exponer y descubrir tools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MCP estandariza una interfaz; no decide la política del catálogo.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El pre-work lista las seis tools disponibles en el servidor.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Conectar: Inicializar el cliente según el ejercicio MCP.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Descubrir: Revisar nombres, descripciones y esquemas recibidos.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Seleccionar: El catálogo núcleo del laboratorio sigue siendo de cuatro.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Descubrir seis capacidades no obliga a habilitarlas todas en el agente.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Conectar; Descubrir; Seleccionar.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El pre-work lista las seis tools disponibles en el servidor.</a:t>
            </a:r>
          </a:p>
          <a:p xmlns:a="http://schemas.openxmlformats.org/drawingml/2006/main">
            <a:r>
              <a:t>Conectar: Inicializar el cliente según el ejercicio MCP.</a:t>
            </a:r>
          </a:p>
          <a:p xmlns:a="http://schemas.openxmlformats.org/drawingml/2006/main">
            <a:r>
              <a:t>Descubrir: Revisar nombres, descripciones y esquemas recibidos.</a:t>
            </a:r>
          </a:p>
          <a:p xmlns:a="http://schemas.openxmlformats.org/drawingml/2006/main">
            <a:r>
              <a:t>Seleccionar: El catálogo núcleo del laboratorio sigue siendo de cuatro.</a:t>
            </a:r>
          </a:p>
          <a:p xmlns:a="http://schemas.openxmlformats.org/drawingml/2006/main">
            <a:r>
              <a:t>Resultado: Descubrir seis capacidades no obliga a habilitarlas todas en el agente.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¿Dónde sigue viviendo la lógica de consulta al simulador?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MCP estandariza una interfaz; no decide la política del catálogo.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Confundir MCP con una base de datos o con el transporte HTTP del negocio.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S3: primera tool con contrato · Capítulo previo: Idempotencia y límite de iteraciones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S5: retriever y memoria · Sigue: Laboratorio L4: integrar y medir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22 · CAPÍTULO 8 · CONCEPTO</a:t>
            </a:r>
          </a:p>
          <a:p xmlns:a="http://schemas.openxmlformats.org/drawingml/2006/main">
            <a:r>
              <a:t>Título: Laboratorio L4: integrar y medir</a:t>
            </a:r>
          </a:p>
          <a:p xmlns:a="http://schemas.openxmlformats.org/drawingml/2006/main">
            <a:r>
              <a:t>Sesión: Catálogo de tools e integración</a:t>
            </a:r>
          </a:p>
          <a:p xmlns:a="http://schemas.openxmlformats.org/drawingml/2006/main">
            <a:r>
              <a:t>Archivo: 04-tools-multiples-editable-v2.pptx</a:t>
            </a:r>
          </a:p>
          <a:p xmlns:a="http://schemas.openxmlformats.org/drawingml/2006/main">
            <a:r>
              <a:t>Sección que soporta: §5, proyecto-final y lab/README.md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https://github.com/javierrosado/ariwalab-course-langchain/blob/27c24090f1662f9473b673d2020e7bffee04490b/modulo-2-agentes-avanzados/sesion-04-tools-multiples/README.md</a:t>
            </a:r>
          </a:p>
          <a:p xmlns:a="http://schemas.openxmlformats.org/drawingml/2006/main">
            <a:r>
              <a:t>Contexto adicional: laboratorios, demos y soluciones de modulo-2-agentes-avanzados/sesion-04-tools-multiples;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Ensamblar el catálogo y demostrar selección y manejo de errores.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Laboratorio L4: integrar y medir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Un catálogo funciona cuando el agente elige bien y maneja sus fallos.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captura probaría la selección, además de la respuesta final?».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Construir: Completar las cuatro tools núcleo con contratos coherentes.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Integrar: Ensamblar el agente y limitar su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Medir: Evaluar selección y documentar el avance del proyecto.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Un catálogo funciona cuando el agente elige bien y maneja sus fallos.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Construir; Integrar; Medir.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Una consulta de cobertura termina abriendo un siniestro por error.</a:t>
            </a:r>
          </a:p>
          <a:p xmlns:a="http://schemas.openxmlformats.org/drawingml/2006/main">
            <a:r>
              <a:t>Registrar: La llamada no coincide con la intención.</a:t>
            </a:r>
          </a:p>
          <a:p xmlns:a="http://schemas.openxmlformats.org/drawingml/2006/main">
            <a:r>
              <a:t>Corregir: Revisar la frontera entre consultar y registrar.</a:t>
            </a:r>
          </a:p>
          <a:p xmlns:a="http://schemas.openxmlformats.org/drawingml/2006/main">
            <a:r>
              <a:t>Reprobar: La misma consulta debe usar check_coverage.</a:t>
            </a:r>
          </a:p>
          <a:p xmlns:a="http://schemas.openxmlformats.org/drawingml/2006/main">
            <a:r>
              <a:t>Resultado: El avance es verificable cuando la selección se puede inspeccionar.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captura probaría la selección, además de la respuesta final?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Un catálogo funciona cuando el agente elige bien y maneja sus fallos.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Mostrar solo texto final sin evidencia de la herramienta usada.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S3: primera tool con contrato · Capítulo previo: MCP: exponer y descubrir tools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S5: retriever y memoria.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23 · CAPÍTULO 8 · DESARROLLO</a:t>
            </a:r>
          </a:p>
          <a:p xmlns:a="http://schemas.openxmlformats.org/drawingml/2006/main">
            <a:r>
              <a:t>Título: Evidencia que debe conservarse</a:t>
            </a:r>
          </a:p>
          <a:p xmlns:a="http://schemas.openxmlformats.org/drawingml/2006/main">
            <a:r>
              <a:t>Sesión: Catálogo de tools e integración</a:t>
            </a:r>
          </a:p>
          <a:p xmlns:a="http://schemas.openxmlformats.org/drawingml/2006/main">
            <a:r>
              <a:t>Archivo: 04-tools-multiples-editable-v2.pptx</a:t>
            </a:r>
          </a:p>
          <a:p xmlns:a="http://schemas.openxmlformats.org/drawingml/2006/main">
            <a:r>
              <a:t>Sección que soporta: §5, proyecto-final y lab/README.md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https://github.com/javierrosado/ariwalab-course-langchain/blob/27c24090f1662f9473b673d2020e7bffee04490b/modulo-2-agentes-avanzados/sesion-04-tools-multiples/README.md</a:t>
            </a:r>
          </a:p>
          <a:p xmlns:a="http://schemas.openxmlformats.org/drawingml/2006/main">
            <a:r>
              <a:t>Contexto adicional: laboratorios, demos y soluciones de modulo-2-agentes-avanzados/sesion-04-tools-multiples;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Ensamblar el catálogo y demostrar selección y manejo de errores.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Laboratorio L4: integrar y medir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Un catálogo funciona cuando el agente elige bien y maneja sus fallos.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Consulta: Entrada exacta que permite repetir el caso.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Llamada: Tool seleccionada y argumentos relevantes.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Resultado: Respuesta, error y comparación con lo esperado.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Mostrar solo texto final sin evidencia de la herramienta usada.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Consulta; Llamada; Resultado.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Una consulta de cobertura termina abriendo un siniestro por error.</a:t>
            </a:r>
          </a:p>
          <a:p xmlns:a="http://schemas.openxmlformats.org/drawingml/2006/main">
            <a:r>
              <a:t>Registrar: La llamada no coincide con la intención.</a:t>
            </a:r>
          </a:p>
          <a:p xmlns:a="http://schemas.openxmlformats.org/drawingml/2006/main">
            <a:r>
              <a:t>Corregir: Revisar la frontera entre consultar y registrar.</a:t>
            </a:r>
          </a:p>
          <a:p xmlns:a="http://schemas.openxmlformats.org/drawingml/2006/main">
            <a:r>
              <a:t>Reprobar: La misma consulta debe usar check_coverage.</a:t>
            </a:r>
          </a:p>
          <a:p xmlns:a="http://schemas.openxmlformats.org/drawingml/2006/main">
            <a:r>
              <a:t>Resultado: El avance es verificable cuando la selección se puede inspeccionar.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captura probaría la selección, además de la respuesta final?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Un catálogo funciona cuando el agente elige bien y maneja sus fallos.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Mostrar solo texto final sin evidencia de la herramienta usada.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S3: primera tool con contrato · Capítulo previo: MCP: exponer y descubrir tools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S5: retriever y memoria.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24 · CAPÍTULO 8 · EJEMPLO</a:t>
            </a:r>
          </a:p>
          <a:p xmlns:a="http://schemas.openxmlformats.org/drawingml/2006/main">
            <a:r>
              <a:t>Título: Andina Seguros · Laboratorio L4: integrar y medir</a:t>
            </a:r>
          </a:p>
          <a:p xmlns:a="http://schemas.openxmlformats.org/drawingml/2006/main">
            <a:r>
              <a:t>Sesión: Catálogo de tools e integración</a:t>
            </a:r>
          </a:p>
          <a:p xmlns:a="http://schemas.openxmlformats.org/drawingml/2006/main">
            <a:r>
              <a:t>Archivo: 04-tools-multiples-editable-v2.pptx</a:t>
            </a:r>
          </a:p>
          <a:p xmlns:a="http://schemas.openxmlformats.org/drawingml/2006/main">
            <a:r>
              <a:t>Sección que soporta: §5, proyecto-final y lab/README.md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https://github.com/javierrosado/ariwalab-course-langchain/blob/27c24090f1662f9473b673d2020e7bffee04490b/modulo-2-agentes-avanzados/sesion-04-tools-multiples/README.md</a:t>
            </a:r>
          </a:p>
          <a:p xmlns:a="http://schemas.openxmlformats.org/drawingml/2006/main">
            <a:r>
              <a:t>Contexto adicional: laboratorios, demos y soluciones de modulo-2-agentes-avanzados/sesion-04-tools-multiples;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Ensamblar el catálogo y demostrar selección y manejo de errores.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Laboratorio L4: integrar y medir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Un catálogo funciona cuando el agente elige bien y maneja sus fallos.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Una consulta de cobertura termina abriendo un siniestro por error.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Registrar: La llamada no coincide con la intención.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Corregir: Revisar la frontera entre consultar y registrar.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Reprobar: La misma consulta debe usar check_coverage.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El avance es verificable cuando la selección se puede inspeccionar.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Registrar; Corregir; Reprobar.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Una consulta de cobertura termina abriendo un siniestro por error.</a:t>
            </a:r>
          </a:p>
          <a:p xmlns:a="http://schemas.openxmlformats.org/drawingml/2006/main">
            <a:r>
              <a:t>Registrar: La llamada no coincide con la intención.</a:t>
            </a:r>
          </a:p>
          <a:p xmlns:a="http://schemas.openxmlformats.org/drawingml/2006/main">
            <a:r>
              <a:t>Corregir: Revisar la frontera entre consultar y registrar.</a:t>
            </a:r>
          </a:p>
          <a:p xmlns:a="http://schemas.openxmlformats.org/drawingml/2006/main">
            <a:r>
              <a:t>Reprobar: La misma consulta debe usar check_coverage.</a:t>
            </a:r>
          </a:p>
          <a:p xmlns:a="http://schemas.openxmlformats.org/drawingml/2006/main">
            <a:r>
              <a:t>Resultado: El avance es verificable cuando la selección se puede inspeccionar.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captura probaría la selección, además de la respuesta final?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Un catálogo funciona cuando el agente elige bien y maneja sus fallos.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Mostrar solo texto final sin evidencia de la herramienta usada.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S3: primera tool con contrato · Capítulo previo: MCP: exponer y descubrir tools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S5: retriever y memoria.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975f57b7dd4f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3820af65d145e3" /><Relationship Type="http://schemas.openxmlformats.org/officeDocument/2006/relationships/slideLayout" Target="/ppt/slideLayouts/slideLayout1.xml" Id="R5c6876d39f4e4a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6876d39f4e4a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d0cd702c549f2" /><Relationship Type="http://schemas.openxmlformats.org/officeDocument/2006/relationships/notesSlide" Target="/ppt/notesSlides/notesSlide1.xml" Id="R53e0dadba76343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b35cf60734de1" /><Relationship Type="http://schemas.openxmlformats.org/officeDocument/2006/relationships/notesSlide" Target="/ppt/notesSlides/notesSlide2.xml" Id="R285362f0ec9a42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aa763fc334af7" /><Relationship Type="http://schemas.openxmlformats.org/officeDocument/2006/relationships/notesSlide" Target="/ppt/notesSlides/notesSlide3.xml" Id="Rc497e434a3114e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34d0a65504de3" /><Relationship Type="http://schemas.openxmlformats.org/officeDocument/2006/relationships/notesSlide" Target="/ppt/notesSlides/notesSlide4.xml" Id="R512fb9383b9943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9ad959215405b" /><Relationship Type="http://schemas.openxmlformats.org/officeDocument/2006/relationships/notesSlide" Target="/ppt/notesSlides/notesSlide5.xml" Id="R1aa700a4dd1148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de59ce3f74843" /><Relationship Type="http://schemas.openxmlformats.org/officeDocument/2006/relationships/notesSlide" Target="/ppt/notesSlides/notesSlide6.xml" Id="Ra06106f00c824c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8d13312954ed0" /><Relationship Type="http://schemas.openxmlformats.org/officeDocument/2006/relationships/notesSlide" Target="/ppt/notesSlides/notesSlide7.xml" Id="Rde177378952c47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bf56cf6d946ac" /><Relationship Type="http://schemas.openxmlformats.org/officeDocument/2006/relationships/notesSlide" Target="/ppt/notesSlides/notesSlide8.xml" Id="R4b12cd6a9dd345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027df148a4d15" /><Relationship Type="http://schemas.openxmlformats.org/officeDocument/2006/relationships/notesSlide" Target="/ppt/notesSlides/notesSlide9.xml" Id="R8b6dbb4c623748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4a05293f14ff0" /><Relationship Type="http://schemas.openxmlformats.org/officeDocument/2006/relationships/notesSlide" Target="/ppt/notesSlides/notesSlide10.xml" Id="Rb907a3ec20df48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83bc417864c9a" /><Relationship Type="http://schemas.openxmlformats.org/officeDocument/2006/relationships/notesSlide" Target="/ppt/notesSlides/notesSlide11.xml" Id="R9556d44bd550483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2d06c300d4fcf" /><Relationship Type="http://schemas.openxmlformats.org/officeDocument/2006/relationships/notesSlide" Target="/ppt/notesSlides/notesSlide12.xml" Id="R905349c0ce6e438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89978f5ee4d54" /><Relationship Type="http://schemas.openxmlformats.org/officeDocument/2006/relationships/notesSlide" Target="/ppt/notesSlides/notesSlide13.xml" Id="R7637eeacb8234b2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a31459f584e54" /><Relationship Type="http://schemas.openxmlformats.org/officeDocument/2006/relationships/notesSlide" Target="/ppt/notesSlides/notesSlide14.xml" Id="Rff450a01afae474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79a2191424c88" /><Relationship Type="http://schemas.openxmlformats.org/officeDocument/2006/relationships/notesSlide" Target="/ppt/notesSlides/notesSlide15.xml" Id="R88e3b4520b3b451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97891b04142b6" /><Relationship Type="http://schemas.openxmlformats.org/officeDocument/2006/relationships/notesSlide" Target="/ppt/notesSlides/notesSlide16.xml" Id="R31e4ef433d754d0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eed1b2f3e4498" /><Relationship Type="http://schemas.openxmlformats.org/officeDocument/2006/relationships/notesSlide" Target="/ppt/notesSlides/notesSlide17.xml" Id="R25f662be0a154fe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f5ed92e80469d" /><Relationship Type="http://schemas.openxmlformats.org/officeDocument/2006/relationships/notesSlide" Target="/ppt/notesSlides/notesSlide18.xml" Id="R0b323d3f8c0046f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f2eff09af4e03" /><Relationship Type="http://schemas.openxmlformats.org/officeDocument/2006/relationships/notesSlide" Target="/ppt/notesSlides/notesSlide19.xml" Id="Rdf65ae8094c4499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64b5ef64544cd" /><Relationship Type="http://schemas.openxmlformats.org/officeDocument/2006/relationships/notesSlide" Target="/ppt/notesSlides/notesSlide20.xml" Id="R403d285004364fc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16079d49341dc" /><Relationship Type="http://schemas.openxmlformats.org/officeDocument/2006/relationships/notesSlide" Target="/ppt/notesSlides/notesSlide21.xml" Id="Rc5352f4d431f45a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d932032fb4524" /><Relationship Type="http://schemas.openxmlformats.org/officeDocument/2006/relationships/notesSlide" Target="/ppt/notesSlides/notesSlide22.xml" Id="Re4aaef8165dc47a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dcdc0e9d44518" /><Relationship Type="http://schemas.openxmlformats.org/officeDocument/2006/relationships/notesSlide" Target="/ppt/notesSlides/notesSlide23.xml" Id="R3ab3c0633f5f45a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a88991c8c4bd6" /><Relationship Type="http://schemas.openxmlformats.org/officeDocument/2006/relationships/notesSlide" Target="/ppt/notesSlides/notesSlide24.xml" Id="R3f2a107c712b46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630B4821-8D75-4B80-A31C-59A71CE5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9E232-0CB4-44A5-97BC-4A3D6724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D6601CC-E8E6-4ED0-857E-6C1EE4F5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EB929D97-DAA9-40E9-A74F-ADFC8FF0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04 · Catálogo de tools e integración / CAPÍTULO 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820825-65DF-4FAA-ACBF-810D2908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 una tool a cuatro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CD2F4153-91EC-404D-BA88-0F38811C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Reconocer que ampliar el catálogo añade decisiones que deben medirse.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9C299CBA-7364-4EBA-B962-FE759293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24EA7BC-F14D-49AC-B80C-17A06C44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5796F76E-B9D3-4FC3-8BC4-26816E2F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7633D94-66DB-44E5-83E6-F493D98B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9ABB2110-DA11-46D9-B58E-7A5F70DE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40378A3-9D6C-4921-89AC-EAA63701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5D14B4A4-F13E-41C4-8F49-00E0F531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04 / C01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11032C63-8B34-4421-9FC2-03521FBE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D661C4E-70C8-48A5-9E1E-0ABF3209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62CFC8EA-64C2-413F-9BA3-6B260CFD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25FA4E43-DED7-4399-9741-5893720A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0094F1-97CB-49B5-92D8-6A7DFA2D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3D2048E-8886-4B6A-B9B2-A0C3E9DE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27446FD9-7214-471F-87FD-08CBA558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Capacidades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4624636E-10CD-4961-BB39-D285E4F6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Cada tool resuelve una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necesidad definida del track.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1FC7947A-471B-4F82-81F5-6B9672DD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6E1B49D8-A2CF-4FA7-93FB-5B96EBA9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76F730-9518-4CFD-8F0D-0B317ED4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B5D257C-4DBA-4866-8C51-42E90959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916A1882-3EE9-40A4-AF3A-E8AA755D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Selección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4A8147FB-F5AF-4694-B6EF-9859FB18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modelo decide cuál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corresponde a la consulta.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73881F81-E311-410B-A020-B764E56E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AAC650A5-5691-4D4C-BC71-78524DFC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609032-0ECE-4EDA-B57B-E6F14E37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22EA2BE-A342-4460-8A6D-B77D1D3F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A80DB1E6-D4A4-444B-ACF0-8602BC2E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Evidencia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2CA99112-A40F-43F1-9683-FA07546A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 compara la tool llamada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 la esperada.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4FC55D19-B6B6-45BD-B686-24A09FD6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58B4EBF-85E0-4D2C-861E-C91A2C82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F594C9EE-0576-442C-B676-BB8B4572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falla si la tool ejecuta bien pero fue mal elegida?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C0ABCD1A-29DC-4F8B-8882-C43E42AD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79F2EEFB-37FE-4A28-B2FC-23AB8E47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7D875315-0269-4A42-BEDD-FE9FCDC6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Presentar 93 % como medición universal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del modelo.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2361C8B4-7064-421D-88B0-5910F406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EF88F731-4027-4306-B5C2-66F58528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Cada decisión adicional merece una prueba.</a:t>
            </a:r>
          </a:p>
        </p:txBody>
      </p:sp>
    </p:spTree>
    <p:extLst>
      <p:ext uri="{BB962C8B-B14F-4D97-AF65-F5344CB8AC3E}">
        <p14:creationId xmlns:p14="http://schemas.microsoft.com/office/powerpoint/2010/main" val="14851333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09260FC3-F090-4F44-BBBC-39F406FF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8EEA9C-AC4A-4F17-8A24-99A7B3D9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3368E6D-6E16-4AE5-9B0C-021417A8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9A6A26B9-B2D5-46B2-951D-F43A1E27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04 · Catálogo de tools e integración / CAPÍTULO 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3A6EAA9-2001-4833-9E96-42D5D6BA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fiabilidad se compone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5AB9A22D-A777-40F0-B193-B4483077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Reconocer que ampliar el catálogo añade decisiones que deben medirse.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97030F92-8786-446B-B79A-AD9F25DA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61DE6B0-C887-466E-A28B-21F8E02D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83DDD952-BC8B-4E20-8DFA-BB684258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DB8785A-9A19-4B12-BEF4-78952BB4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8DBB4322-3E90-4BAA-9ECE-60AC931C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7705634-127E-47FB-A180-70D3B970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105A8648-628E-4C20-A020-2426C506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04 / C01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8DCA95D2-8BED-407B-A49D-7C9DFC05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4BF2840-107F-4C7F-BE87-75D3D50A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Paso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Una elección puede fallar aunque la tool funcione.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Cadena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 un modelo ilustrativo, 0,93³ ≈ 0,804.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Supuesto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 producto requiere tasas condicionales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apropiadas; no prueba independencia real.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8A15C23E-3533-4C0B-9599-188A88FF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9C5F220C-993E-4A41-9911-E60167B1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99335577-3BFD-4C81-8FCD-CE2D264B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Presentar 93 % como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medición universal del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modelo.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381CDA62-F201-4F59-BC52-8442C431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AC395767-BA24-4904-926E-1C2C9424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A4061958-AE04-47C3-8598-DE5E169D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067721C9-BF58-4F9A-809D-0E4C15B5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falla si la tool ejecuta bien pero fue mal elegida?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1047C4B3-6E3B-425C-8DE0-157097FD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51DE5F93-5503-4070-A3D3-BEE9F11A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Cada decisión adicional merece una prueba.</a:t>
            </a:r>
          </a:p>
        </p:txBody>
      </p:sp>
    </p:spTree>
    <p:extLst>
      <p:ext uri="{BB962C8B-B14F-4D97-AF65-F5344CB8AC3E}">
        <p14:creationId xmlns:p14="http://schemas.microsoft.com/office/powerpoint/2010/main" val="14380108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EA0AA59B-4713-43DE-935F-01773584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1C01DD-0407-4CCD-90C4-CC5B3B45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3A0DDCD-107B-4029-BE06-76B21477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464BF4E2-995E-4B39-A3F7-3E444C39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04 · Catálogo de tools e integración / CAPÍTULO 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6CDD28-AA06-4DF0-8C52-7C1577CD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De una tool a cuatro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D95D2D3F-8712-43C6-A260-2DC09C49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Reconocer que ampliar el catálogo añade decisiones que deben medirse.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0FC21AC1-007B-4082-8261-B5F04633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2F04751-AB08-44EE-AD3A-306A0C6E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076C2803-7CCF-42D5-BC57-4D0A0509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0956B70-F56C-4473-861D-7784E1FA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49F52125-B20E-47DC-BB16-D6FD8BC9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1CFF5D4-6326-4CFD-8224-0D9018A2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8C7535E2-725F-4CD4-99E6-1E0E39B7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04 / C01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2184678E-7EFE-4DD0-8F5B-FB0C0553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BAD7034-ECCD-4C12-ACB9-AB8AFCBA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MERCASUR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C63437A9-3C73-4F8A-9DCF-3A1413AC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43C38EF0-1DEF-4023-9CE8-BC6FE54F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1D419130-74EF-432F-ADBD-61BD34AA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agente debe consultar stock y luego describir el producto.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CCF3205B-1849-45AC-84FA-7CD550A9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04B5A8CC-A3FB-437F-A0A8-084D8AE0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A63B3-9C1E-4ABD-947A-1E8F709C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1208B48-6685-44E7-995C-7E1037A0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6ED28642-EF2C-43BC-BA49-3DC52D8D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Elegir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2E94E233-B200-49F4-8144-10268679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check_stock_by_store responde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disponibilidad.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5E8987AF-EB2E-4557-88F7-EA7D6E1E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40D63F93-3C44-4D22-8D97-C3AD8E40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62CA82-17B3-4DD9-A2E3-2C28F72B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040DC64-C19C-42AC-B8BB-35C5F3E4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6665DE1E-20E4-4BE1-A150-F3753398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Continuar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7AE0ABFE-FB56-49F7-8ABB-42FC752F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get_product_details aporta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características.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CB410DF9-6E76-410E-82A2-F05ECDE1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13382D17-5B0F-4C9F-BEF6-51AA9E58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797731-D38B-42D5-9A73-BE822458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12A1150-2B20-4960-8609-F10EB47B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4CABB3DD-3176-44CA-BE17-82E1B099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Comprobar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22C53A61-3C3F-4430-BF19-FF023A29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Una tool correcta no compensa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otra elección equivocada.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B2EDB698-EE8A-43E1-94C8-3895237A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53B45E0D-F41B-4BF4-A381-8767D86F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5EE00FC1-4B54-4BF8-B43D-642C880D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fiabilidad de una secuencia no se deduce del mejor paso aislado.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8D00C7C5-DE0E-45E3-98AF-817A0293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0A86C36B-8AB4-4801-9124-7B91EA2D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Cada decisión adicional merece una prueba.</a:t>
            </a:r>
          </a:p>
        </p:txBody>
      </p:sp>
    </p:spTree>
    <p:extLst>
      <p:ext uri="{BB962C8B-B14F-4D97-AF65-F5344CB8AC3E}">
        <p14:creationId xmlns:p14="http://schemas.microsoft.com/office/powerpoint/2010/main" val="20576829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header">
            <a:extLst xmlns:a="http://schemas.openxmlformats.org/drawingml/2006/main">
              <a:ext uri="{FF2B5EF4-FFF2-40B4-BE49-F238E27FC236}">
                <a16:creationId xmlns:a16="http://schemas.microsoft.com/office/drawing/2014/main" id="{C60539AC-89D1-4113-9713-24734711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2DCDB3-9FF1-437F-889C-EE256655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A7DCD66-9D80-413A-9F55-03FA3E54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2DAAF6DB-4A0B-4DA5-BFC8-CFD43A6B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04 · Catálogo de tools e integración / CAPÍTULO 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FAFFFB-0946-40E9-B23D-0BDE2003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Responsabilidad única en el catálogo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755E7115-4647-4B31-ADDC-22241835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Diseñar fronteras claras entre las cuatro tools núcleo.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191141BC-18E5-4110-8AD0-79D11869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4CE6638-B684-41DF-B343-F0461FDC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F3BB6303-6782-4C5C-99FD-1F40FEF1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5E4D7FE-9A10-4BFD-9333-264549BE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AC680515-3604-455B-BF5D-453B6A94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44DE66F-07DD-4163-9879-7F4A39A7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13173CEE-F9A1-416D-80DB-462F7C7D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04 / C02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A3D82066-194C-4E68-A034-89A6BD27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B809FEE-4BFD-4885-8650-71FA35F7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COMPARAR RESPONSABILIDADES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350348ED-FA99-4686-BC37-A82B8266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084B5B5-0399-483C-8DDE-7242917E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759AC9-9945-4127-B536-183DD16A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A226A0E-DBA2-433F-85A4-22665CF8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98AC6C64-DBE9-45E9-BDBC-A4CECA03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Consulta específica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22DBBE6E-B9B4-4FC8-958E-33E3E566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Cada nombre comunica la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capacidad que ofrece.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DB6CABAF-694E-454E-B03F-C24C31C5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2DE4AC35-CFB1-4010-9977-DDCD40AD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BF3BB3-EF2D-4434-9A46-A84D35CA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F593798-C1B7-40C2-A224-DD33F263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4C6046E8-5482-4DBE-9386-53D62634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Contrato acotado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9B3FA620-2F58-455D-A7EF-4F96D73B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Argumentos y errores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pertenecen a esa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responsabilidad.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694D0E81-90BE-46F9-BB0C-265BD9B6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7CB13F54-EEE6-4488-B040-81312E1C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A886ED-B394-455B-ADC4-D87903DB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695ADAB-4321-411E-AC5D-E07D529C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8B0A25C-A15C-40B7-BFAC-2534C060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Frontera explícita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FFEBA077-C674-4461-8661-571AA713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docstring distingue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capacidades vecinas.</a:t>
            </a:r>
          </a:p>
        </p:txBody>
      </p:sp>
      <p:sp>
        <p:nvSpPr>
          <p:cNvPr id="34" name="panel">
            <a:extLst xmlns:a="http://schemas.openxmlformats.org/drawingml/2006/main">
              <a:ext uri="{FF2B5EF4-FFF2-40B4-BE49-F238E27FC236}">
                <a16:creationId xmlns:a16="http://schemas.microsoft.com/office/drawing/2014/main" id="{E7E3EE56-C2B2-4F75-B631-A7BAF045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615F736-6FC0-424E-AF0A-41EB3C13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6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1D485607-49D4-4BA4-BABD-A9CA13A8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¿Cómo detectarías una tool que hace demasiadas cosas?</a:t>
            </a:r>
          </a:p>
        </p:txBody>
      </p:sp>
      <p:sp>
        <p:nvSpPr>
          <p:cNvPr id="37" name="panel">
            <a:extLst xmlns:a="http://schemas.openxmlformats.org/drawingml/2006/main">
              <a:ext uri="{FF2B5EF4-FFF2-40B4-BE49-F238E27FC236}">
                <a16:creationId xmlns:a16="http://schemas.microsoft.com/office/drawing/2014/main" id="{71678031-B3FD-43F0-A4FE-0BCE91C4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38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1B26D117-5510-4E91-97F5-465DE607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39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DA5C2FF3-EFEC-4420-AEC7-A98F500F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Crear una función genérica que resuelve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todo y dificulta la selección.</a:t>
            </a:r>
          </a:p>
        </p:txBody>
      </p:sp>
      <p:sp>
        <p:nvSpPr>
          <p:cNvPr id="40" name="panel">
            <a:extLst xmlns:a="http://schemas.openxmlformats.org/drawingml/2006/main">
              <a:ext uri="{FF2B5EF4-FFF2-40B4-BE49-F238E27FC236}">
                <a16:creationId xmlns:a16="http://schemas.microsoft.com/office/drawing/2014/main" id="{FC5A90D0-9740-4D99-9EC5-4AD321B1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1" name="takeaway">
            <a:extLst xmlns:a="http://schemas.openxmlformats.org/drawingml/2006/main">
              <a:ext uri="{FF2B5EF4-FFF2-40B4-BE49-F238E27FC236}">
                <a16:creationId xmlns:a16="http://schemas.microsoft.com/office/drawing/2014/main" id="{92D38F9C-55CD-4D2C-B625-1A6FA5A0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Una tool, una responsabilidad reconocible.</a:t>
            </a:r>
          </a:p>
        </p:txBody>
      </p:sp>
    </p:spTree>
    <p:extLst>
      <p:ext uri="{BB962C8B-B14F-4D97-AF65-F5344CB8AC3E}">
        <p14:creationId xmlns:p14="http://schemas.microsoft.com/office/powerpoint/2010/main" val="14961305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E6D68909-CD21-4A5D-816C-A79FCD0A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1F23E-1861-41C1-85E9-17BF6D73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FA43FF9-4E1C-4364-BB8A-1B3BB22E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5121E35C-FCE2-4179-9D03-E0B19212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04 · Catálogo de tools e integración / CAPÍTULO 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7FF550-0F69-4B8A-97A2-9CDDCFE8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Catálogo núcleo de retail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5A7E1EA0-A109-423C-8760-DB4C30D3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Diseñar fronteras claras entre las cuatro tools núcleo.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C306E2E1-D621-4D01-8D13-8006F31D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4086FB4-1A25-4A82-A960-99B44547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C742709B-27C1-4529-AB64-AD31036E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368FE92-F9C1-403C-9DA5-2E3DFED8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3E73385D-C3DE-463C-9EAE-4934545B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A5AF534-B223-4044-922A-9C56CFE1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874F818A-006C-4763-BCE1-7A788D13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04 / C02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5708EA80-E3FE-4344-B050-CCE61599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EDACF23-8D3D-46BE-ABAC-ECEA0AAB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Pedidos y stock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track_order y check_stock_by_store.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Devolución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start_return_request inicia la solicitud prevista por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 simulador.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Producto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get_product_details informa características.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19537CED-C535-46F3-A13E-9E5B5F7A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1DF8F526-ADEA-46DF-A8E8-65AA56E9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A5E9779B-0AE9-49EE-A7BC-BAD06F96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Crear una función genérica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que resuelve todo y dificulta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selección.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B5C52BB9-E6D9-4534-A775-3A8CE0F8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F4B45223-7081-48BE-9805-AF0F68AB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0097A732-D052-4324-BF6A-53FFAB93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2BB1753E-C8DD-45F2-82C9-4DFCA116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¿Cómo detectarías una tool que hace demasiadas cosas?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5E68DFE3-A6C7-4800-A24E-7DC1F191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4357760C-7B1A-48B6-BD60-571D511E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Una tool, una responsabilidad reconocible.</a:t>
            </a:r>
          </a:p>
        </p:txBody>
      </p:sp>
    </p:spTree>
    <p:extLst>
      <p:ext uri="{BB962C8B-B14F-4D97-AF65-F5344CB8AC3E}">
        <p14:creationId xmlns:p14="http://schemas.microsoft.com/office/powerpoint/2010/main" val="689995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FAA5247C-E397-4C97-A3ED-6F3AFA84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60A018-1E75-45FC-9A66-5CF8726B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5B741F1-AB1C-49B4-AE90-2BBEDAA7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D626F492-AB71-4834-A6E9-CD239EA1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04 · Catálogo de tools e integración / CAPÍTULO 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1EFDDF-C0E7-4DCE-AD2B-9490EC3A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Responsabilidad única en el catálogo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86188C07-DD7F-428A-8E4E-8254B2AD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Diseñar fronteras claras entre las cuatro tools núcleo.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E1A482BA-49BF-4CDA-A11F-E56E6273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975CC5A-3FB2-4AF5-B13B-E3EE3D65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83A6899D-E238-413D-BEA2-83E696E4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987ED26-CF42-4CD9-B145-F76C0758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460C81AC-45AC-455C-8410-4C27DC5D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B47B746-1F5B-4686-8FC5-C0DA2544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E7B97D8C-8B57-4B52-9B8D-A9A32BDB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04 / C02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54B45BDE-8083-44FD-A4D1-AF3FE451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0426A44-8E78-4512-95CC-07708DBC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MERCASUR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88B32080-B558-4AB9-AF98-D4AA91EF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A796BBAE-5844-441C-9E0C-66E85DC3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3AF382B3-8131-42A6-92C6-DFD228AC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«¿Queda talla M?» no pregunta dónde está un pedido.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48412057-E488-4913-82EC-C6748114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DB2E0AE7-22D8-473C-A04B-F1CA756E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3657D9-FCDA-4DD5-99BD-A77C98E2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5E7E3FE-2CCE-475A-AFFC-0A90DF1E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A95314C2-A2C0-4A10-9BA4-9671046A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Identificar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09209DDA-7BA7-48FB-8E7D-668E88D6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Es una consulta de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disponibilidad.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9ED7766C-997D-4659-A707-E7A91AE4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A560B14A-9C71-4200-BCAD-9E5A93D7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2F22B0-4A76-4603-A296-A8E03CA5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1A36D89-9702-4E1D-A477-E6DBAFD0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E0814A60-ED3B-49D4-BBED-288F6D6D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Seleccionar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33440407-BAFA-4751-85E5-D4CC4365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Usar check_stock_by_store con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los datos requeridos.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1CF99F8E-DAEC-426E-9D46-877AF017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328B1B7-0062-4A07-B7FD-B3E0B106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740256-8105-4BDA-B91F-A15B90E4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5619064-35AB-47C3-8AB8-AE007B0A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ACE174A9-815B-4B44-8674-500CAE28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Excluir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6893498D-DD99-4160-A842-14006020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track_order exige una compra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ya identificada.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6BA0B74E-1C74-4115-AA4E-5BE8FCC5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40107CF7-3DE7-4FA5-B34C-7311524F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C1F4F300-814E-45DA-9BE8-EAA3ACC5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Las capacidades se distinguen por la tarea, no solo por palabras compartidas.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CE4CED91-5DF8-4BAD-98B0-8C21A375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BE6FE0AF-39F2-42F2-8016-281CCBE9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Una tool, una responsabilidad reconocible.</a:t>
            </a:r>
          </a:p>
        </p:txBody>
      </p:sp>
    </p:spTree>
    <p:extLst>
      <p:ext uri="{BB962C8B-B14F-4D97-AF65-F5344CB8AC3E}">
        <p14:creationId xmlns:p14="http://schemas.microsoft.com/office/powerpoint/2010/main" val="19078316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04EEE118-2E1E-4993-9AFF-4FD76332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8FD58-564B-45EC-A6FB-11CB05B2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24F5070-1D6F-424F-A087-5337DECA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F4F14B7F-4B7F-4332-9E69-BC2A4F6A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04 · Catálogo de tools e integración / CAPÍTULO 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CAD078-FCEC-4E74-AA5C-8F25FA90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Selección dinámica y confusiones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2E0EAFC1-7284-4756-9739-AB3205A4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Analizar errores de selección antes de modificar el catálogo.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6D712477-BFBE-418D-AFD9-39D68E6E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78C1197C-A4ED-4995-B67B-00C712D3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A3D00B3E-A7B4-4514-BB21-963E337E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2EE3EAF-911E-4A90-BA9F-4CBBE01D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68315A7C-3604-41E2-8F97-F63C858E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378FF97-6330-4EE4-89EC-9E33A99B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1A43AF4A-620E-4D9C-8D91-C1059658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04 / C03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1AC5F4C2-5EAB-40C0-9A2B-4E786E04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3B4AED9-CBE1-47EB-9A8F-6F56EE14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D01F827A-D136-45D3-A235-ADB171A9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83813335-797E-4CEF-9311-528A5C01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AB8C02-84D5-490C-B111-E79291EB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11AA72B-726F-4324-ABE3-3209F7C7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D5578524-0703-4822-A016-7B43549F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Consulta real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8AD86E3C-AC44-4AD3-8D6A-2C13DF6B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Incluye sinónimos,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ambigüedades y datos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incompletos.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55A66573-79C6-4440-AE6B-9F7E3F45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7B39A2EA-A293-47EC-9EE4-B74464AA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A79AF4-1E2D-411E-B4B0-BC7B4482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8D793B9-F965-408B-AAEE-AAFBEDBC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2F26435E-5DD4-4054-8793-3977C953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Descripción de tools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9A77C4D1-48A9-4D0B-A714-949AB0B3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Orienta qué capacidad debe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usar el modelo.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2537E515-4F7D-407B-89B6-14FF12B8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BC3DCD07-9A6A-441C-AD72-3B10B034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993073-F96D-4875-AA91-6B55BE40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9F765B1-C6D5-453E-8929-D3889997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4734E66-4A3D-4B33-803D-4EDD4149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Matriz de selección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9CFB9E3A-AC22-40BC-B58D-4869D2E0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Muestra tool esperada frente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 tool llamada.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88DAB126-B1CD-4A51-BEFC-22BD1F86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9ADE2C8-E920-487D-A2ED-190EEBB3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7732943B-07EC-4B95-A311-FFD340AA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¿Siempre es un error no llamar ninguna tool?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65C841EE-FA02-4465-9AFA-7F75447F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8D69348E-CFF4-4148-8C02-D8648970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220C3C30-1C36-44FB-AD07-1982656E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Contar cualquier llamada como un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acierto.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BB227372-AB6A-4DEE-8B97-8A486324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C87CFBF6-FA77-4440-9F6A-A11ED9B9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Corregir selección exige identificar qué capacidades se confunden.</a:t>
            </a:r>
          </a:p>
        </p:txBody>
      </p:sp>
    </p:spTree>
    <p:extLst>
      <p:ext uri="{BB962C8B-B14F-4D97-AF65-F5344CB8AC3E}">
        <p14:creationId xmlns:p14="http://schemas.microsoft.com/office/powerpoint/2010/main" val="6220642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59872A74-A749-4370-AC71-7F610065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660876-2081-4A97-8D9F-7AA04CEC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CD81B7D-B970-44E5-984B-9D5D6CAF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EDEE57EE-996C-4B13-8475-A398E45C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04 · Catálogo de tools e integración / CAPÍTULO 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98FD23-E99C-42A4-B60C-A736F896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Leer la matriz para actuar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F796C794-0DBF-4CBB-80A6-E1298432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Analizar errores de selección antes de modificar el catálogo.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477A50D1-A7A0-4210-83ED-464902D0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BF82DC9-58A9-4584-8575-5D4B8BD6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90156031-43D7-42BF-9E03-B1D8FB06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6E8FE54-114C-4052-A1DF-C3CC8FE6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E951C5C2-5120-43D8-8026-15FD13E5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690B284-0325-4ADC-934E-AC37C51D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F32111A8-8B9F-4C7A-8A9B-9E424AA4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04 / C03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A30AC524-E7AC-492A-8C5D-7E9F67DC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30A868F-3445-4D3F-AF59-B02F1441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Diagonal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Casos en que la selección coincide con lo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esperado.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Fuera de diagonal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Pares de tools confundidas que requieren revisión.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Sin llamada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Puede ser correcto para OTRO o un error en una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consulta de negocio.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621E2233-12F5-4309-94A4-50B3AC72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4EE2F938-6466-4BA9-B101-9DC414B6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65DA97A5-87CE-4B9B-A6BE-79E80738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Contar cualquier llamada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como un acierto.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7EC57601-BF41-4557-8685-7B234C2B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8CEE239A-65D0-4264-9BD3-D876A977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C6471781-FF72-41B0-B6FF-77117B16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050437E5-43DF-498A-B989-FE38DC2C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¿Siempre es un error no llamar ninguna tool?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FB800744-EC36-4590-B5B4-26207686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EA923373-0412-42C8-85F0-12B00E73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Corregir selección exige identificar qué capacidades se confunden.</a:t>
            </a:r>
          </a:p>
        </p:txBody>
      </p:sp>
    </p:spTree>
    <p:extLst>
      <p:ext uri="{BB962C8B-B14F-4D97-AF65-F5344CB8AC3E}">
        <p14:creationId xmlns:p14="http://schemas.microsoft.com/office/powerpoint/2010/main" val="12113654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228EF3A5-34AF-4C52-A890-C9D7581E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10EF23-C7F5-46C2-BD09-61463C80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5064F81-E917-4656-A0D8-58627C77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4953DE79-79DA-48EB-B934-F9CDB5A5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04 · Catálogo de tools e integración / CAPÍTULO 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21296E-F3CA-483D-B9E2-CD1462D7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Selección dinámica y confusiones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BB02053D-DB7C-48F3-ACD1-EE17C392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Analizar errores de selección antes de modificar el catálogo.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BC22D035-D73F-4CA1-8EE1-3C3B1775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78A4E53-6AE1-4AC2-858A-1CF0FC96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1DD9F42A-3ECF-4A2B-8251-D70A5AF8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5D5504A-6B13-4893-B122-34BD14AE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7778170E-F428-474E-BE15-485A0BA3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E25045B-2F3A-42FE-B5F4-0847F2A2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15077833-DA9D-46FF-8B0F-3833B077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04 / C03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746319E4-40DD-459A-B767-7C96E595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1818A1A-F4BB-43A8-9E38-6C6C86C5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BANCO INTI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BA7AD7D4-CA03-450F-9F3A-D824D796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6B03A247-C3E3-468D-A5A8-2AD7A37F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A7E158C0-D9A6-4075-9FF1-E83A725B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«¿Por qué me cobraron mantenimiento?» se envía por error a saldo.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343F6109-93FA-45E4-BBFE-DFB1F5E7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872DC5F3-37A5-44E1-A6BE-0621BD81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B10905-F774-4573-A263-ECC5A1C5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6957FE0-286F-40FC-B6A4-EEB9A5E4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7627CEA-F0CC-454A-89FA-A00132D7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Detectar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87B74ED7-6FE3-477E-BEC6-AD901DED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esperada es explain_fee, no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get_account_balance.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23449132-AB5E-4E38-AACD-C95892E6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EE3733A8-9AF7-4078-96BF-2104B0A2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2EDD38-4372-4296-886B-F624E221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10F5BC0-B119-441E-BB21-40FC1CA4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520FEB5A-84FA-4BDC-80A6-AA94AB9D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Diagnosticar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E185D341-83BC-475B-9566-F488B042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Revisar fronteras y ejemplos de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ambas descripciones.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E2A95678-C70A-498A-8318-604BCE7A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1DFAD48-C245-4629-877E-53DD4230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3288B5-90A5-474F-A81E-086C6E8A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4DA21DC-A7D5-41A4-BABD-8009C897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92CD9772-4E69-4B40-A14C-1BAF36C6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Repetir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D7941969-6CAB-4E6D-9056-407D0967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Volver a medir los mismos casos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tras el ajuste.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821F2CD1-98C8-4DC1-AF0E-4F0FC106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0D2E8624-6A54-416A-A755-3CDEF139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52BD410A-4BF5-4F1D-AC57-8FF753BE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matriz localiza una confusión que el promedio oculta.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52988D7F-AC98-42B1-8ACF-12E8D6D0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0878CD52-E257-4D66-AE71-F5072BC4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Corregir selección exige identificar qué capacidades se confunden.</a:t>
            </a:r>
          </a:p>
        </p:txBody>
      </p:sp>
    </p:spTree>
    <p:extLst>
      <p:ext uri="{BB962C8B-B14F-4D97-AF65-F5344CB8AC3E}">
        <p14:creationId xmlns:p14="http://schemas.microsoft.com/office/powerpoint/2010/main" val="14826589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header">
            <a:extLst xmlns:a="http://schemas.openxmlformats.org/drawingml/2006/main">
              <a:ext uri="{FF2B5EF4-FFF2-40B4-BE49-F238E27FC236}">
                <a16:creationId xmlns:a16="http://schemas.microsoft.com/office/drawing/2014/main" id="{DAD0249F-1F06-4C1A-BE3C-6B964BA3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9AB6ED-78E2-463E-A9BF-230C2557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A80112C-D9CB-4946-BA23-F8F79CF6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4818E1DA-917B-4018-86BE-E47FA195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04 · Catálogo de tools e integración / CAPÍTULO 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273AD1-D63D-4A29-A4D4-F223610F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Few-shot para elegir herramientas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31FE83F7-017B-4972-9431-6E41F601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Usar contrastes que aclaren la frontera entre capacidades cercanas.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B234E0DD-A1CF-4748-8A18-70E32D58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E7D7803-523E-4B5D-8D83-6DE91B8E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890CE13D-7655-4869-B374-C6C1F1EB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A3347A9-F50E-430C-87FF-90492244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22E0B013-01C5-4081-A2E7-23E1D96B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842F1D0-864E-4F37-B379-39E97066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4C345FA8-3049-419C-99D9-923A2D0E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04 / C04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31932D61-22F4-44BD-9968-07306739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7A9E65C-672E-48DE-ACDA-387D5EC9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COMPARAR RESPONSABILIDADES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94765091-6E9F-45B2-81EF-F8735AF7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32A3F864-EEAE-4EAC-857B-32F08430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D27E91-63E9-4587-9CD2-509A9434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C8977C2-9621-4CD8-8619-1C927A2C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B76D066-2D72-4A08-92F5-124AE3EA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Consulta A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5BACD2F5-74B9-483C-89F9-45C008BF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Pide información de la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cuenta.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CE6F8339-5F59-4413-805E-F1561328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AF68FCFF-8E53-41F2-BA18-0D1BC3CB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034BBD-397A-4F06-96AD-35360560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B19F1F7-363E-4030-BC0B-395916F4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5EAF7E10-8503-49DE-8952-5D4C271D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Consulta B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1CE55DF8-1226-48E2-82DD-825E80D5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Pregunta por movimientos 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por una comisión.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74312E44-8BC7-47EA-9423-81E2158A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020BBDA-24A4-48C5-8F1D-B6599051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3A3C0B-DF1C-42B5-AB34-F655E6BC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41E39B0-2DA2-4C48-B7FD-D4E40018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971280E-5F97-4BE2-A881-D91E1382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Criterio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419DD9C6-182A-4724-8502-02210532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Seleccionar según la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necesidad, no por mencionar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dinero.</a:t>
            </a:r>
          </a:p>
        </p:txBody>
      </p:sp>
      <p:sp>
        <p:nvSpPr>
          <p:cNvPr id="34" name="panel">
            <a:extLst xmlns:a="http://schemas.openxmlformats.org/drawingml/2006/main">
              <a:ext uri="{FF2B5EF4-FFF2-40B4-BE49-F238E27FC236}">
                <a16:creationId xmlns:a16="http://schemas.microsoft.com/office/drawing/2014/main" id="{4521B99B-78B4-4B12-952D-E97940E6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127EDCF-4151-404C-AB98-B7777CE5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6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EABFC286-0CD0-4060-A698-918A44B6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reformulación usarías para comprobar que no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memorizó la frase?</a:t>
            </a:r>
          </a:p>
        </p:txBody>
      </p:sp>
      <p:sp>
        <p:nvSpPr>
          <p:cNvPr id="37" name="panel">
            <a:extLst xmlns:a="http://schemas.openxmlformats.org/drawingml/2006/main">
              <a:ext uri="{FF2B5EF4-FFF2-40B4-BE49-F238E27FC236}">
                <a16:creationId xmlns:a16="http://schemas.microsoft.com/office/drawing/2014/main" id="{E3D837F6-D2ED-4B8D-8DAF-A4ECE672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38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5A0E3848-C43E-47D1-B627-0D85F99B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39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E2B74B2D-12F8-4879-BE53-8EAAA002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Usar ejemplos idénticos a la prueba y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presentarlo como generalización.</a:t>
            </a:r>
          </a:p>
        </p:txBody>
      </p:sp>
      <p:sp>
        <p:nvSpPr>
          <p:cNvPr id="40" name="panel">
            <a:extLst xmlns:a="http://schemas.openxmlformats.org/drawingml/2006/main">
              <a:ext uri="{FF2B5EF4-FFF2-40B4-BE49-F238E27FC236}">
                <a16:creationId xmlns:a16="http://schemas.microsoft.com/office/drawing/2014/main" id="{0C741845-A67B-4A83-89CD-20051A1A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1" name="takeaway">
            <a:extLst xmlns:a="http://schemas.openxmlformats.org/drawingml/2006/main">
              <a:ext uri="{FF2B5EF4-FFF2-40B4-BE49-F238E27FC236}">
                <a16:creationId xmlns:a16="http://schemas.microsoft.com/office/drawing/2014/main" id="{7C39FBEF-4E8C-4B36-9008-2FA7376E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Los ejemplos deben enseñar una distinción transferible.</a:t>
            </a:r>
          </a:p>
        </p:txBody>
      </p:sp>
    </p:spTree>
    <p:extLst>
      <p:ext uri="{BB962C8B-B14F-4D97-AF65-F5344CB8AC3E}">
        <p14:creationId xmlns:p14="http://schemas.microsoft.com/office/powerpoint/2010/main" val="16905712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11436C50-ACA9-4C67-A5E9-C6C4029D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5032E3-A466-41A1-B9AF-D7F2A46D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392957F-E23C-462C-B5AB-8B67024D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A4A12226-96FC-4D48-BBA4-B0BFB574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04 · Catálogo de tools e integración / CAPÍTULO 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0AE632-D621-4D75-822D-BAA7E72E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Construir el par de ejemplos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60DF0CA1-C12D-40A1-83BA-536BB877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Usar contrastes que aclaren la frontera entre capacidades cercanas.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1464D010-9166-454E-98D6-345D0A24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DA6125F-5103-47BA-B38E-9943ED35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209D0B43-EC33-4543-B355-0EF1530F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EE16BF1-78DD-417C-87AD-B425813A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E29FA9D1-3D48-4A9E-ADC5-F11FEC8A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81CDF2A-8AC5-4FD3-9C92-1C766101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24800135-F4F9-4588-A170-CAB147F5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04 / C04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FA48B757-B9FD-45C5-A2D1-5E957C87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548B81E-7FA3-41A9-B883-E43B059C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Aislar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Mantener vocabulario parecido y cambiar la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intención.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Etiquetar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Indicar la tool esperada y por qué corresponde.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Comprobar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Probar reformulaciones no incluidas en el prompt.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0F38C73B-1F4A-4F5B-8011-5CE74113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076D42A5-C4DA-447B-8208-7EF48D9F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670AC317-236A-4D57-8B55-8087D898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Usar ejemplos idénticos a la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prueba y presentarlo como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generalización.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F495F391-D0A6-4E36-94ED-DF54B237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955CD587-D3DE-4C3C-A162-65F2C7F8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A1934F0B-B010-49A7-8A9A-0FD816F6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7AF7E6B9-0831-4C92-9667-F3F9580A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reformulación usarías para comprobar que no memorizó la frase?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3E5BCB02-B0C9-40B4-B232-756A49DD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B1FDA513-24B6-47EF-8100-88373049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Los ejemplos deben enseñar una distinción transferible.</a:t>
            </a:r>
          </a:p>
        </p:txBody>
      </p:sp>
    </p:spTree>
    <p:extLst>
      <p:ext uri="{BB962C8B-B14F-4D97-AF65-F5344CB8AC3E}">
        <p14:creationId xmlns:p14="http://schemas.microsoft.com/office/powerpoint/2010/main" val="1455845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C06E192C-F4C3-4D88-90B1-EA6CA062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D9BDE-6482-4AFF-AD6F-5BE9392B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31AA526-7251-44EE-A7D0-04AA0F86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C35AE45B-9F92-4AD9-BA74-3B12EDB0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04 · Catálogo de tools e integración / CAPÍTULO 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D6D4C9-52DC-4522-B982-C904999A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Few-shot para elegir herramientas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5E0929FC-AE4C-4CCF-8D17-E62FEA7B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Usar contrastes que aclaren la frontera entre capacidades cercanas.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2700E25D-32D5-4B43-AF3F-4E12532A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7A9E74E8-FD6D-435C-94EB-E06F1EFA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522E837D-F331-42C7-9B9D-64F42A55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266362C-8058-4A66-8377-62B75483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2B8AD695-5DB3-4578-BAD8-9D1D5880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6C06750-31EA-488F-A11F-DA260CB2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9D823412-55E9-4F65-8AFB-2C134494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04 / C04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72922623-689C-44BC-A5DC-0EC701AA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94A6875-51DF-4773-8BF0-51BF2880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BANCO INTI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ACB1EFE0-507F-405D-8AE6-81D20D56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0A4CBA9C-9D10-464A-B7E5-04C27432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61399DAB-0418-421D-924C-E34EC987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«¿Cuánto tengo?» frente a «¿Qué cargos hubo ayer?»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1E11B516-C569-414E-88EF-B24AFC4A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4840E54-213A-4517-9FDA-1C7CEFB8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57250C-B1AE-49D7-B9DD-3F73EAE9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CBD5200-B303-4B93-A85E-F88393A4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C5E7DE3D-E428-4A5C-99E3-FCE6D48A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Saldo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BE226EDC-EC99-46FE-89F2-380EA483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get_account_balance responde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disponibilidad en la cuenta.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3E06CDE4-E3B3-4A8C-8DBB-0A0A0648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D987EA04-F5F6-404B-9621-1752E3F4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288734-24C8-4DAE-B38B-9C4489DA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E25CF9A-6AA5-4279-A2B1-3232ED21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D717384-2135-4476-9189-33A4ED4C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Movimientos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2C77F216-51B5-44C7-B0D5-952A1461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list_transactions recupera la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actividad.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9CB5E4CA-C890-4E3B-B72D-13B09DDC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B91A3C9-08E0-41C3-943D-487C21F6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5B0925-165C-4AB5-AFD4-8B4EE073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1C06EC1-2FC8-434B-A718-A1036394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98BBB8EC-B137-4372-89A1-27DF76B6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Transferir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ABFEBCD8-BEFC-4410-BCE3-9E3FFE6B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No añadir una operación de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transferencia al catálogo.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29AFEC82-AC8C-4653-91BA-165522BE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FEA232E1-E803-47EA-8200-FFF9EB9A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0023913D-8771-48B9-BB77-8AE3A174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catálogo y sus límites definen qué decisiones son posibles.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F5D2861C-EA60-48AD-A84C-9CAB4D92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0BCB3DB4-354B-4215-8C29-3A050A7E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Los ejemplos deben enseñar una distinción transferible.</a:t>
            </a:r>
          </a:p>
        </p:txBody>
      </p:sp>
    </p:spTree>
    <p:extLst>
      <p:ext uri="{BB962C8B-B14F-4D97-AF65-F5344CB8AC3E}">
        <p14:creationId xmlns:p14="http://schemas.microsoft.com/office/powerpoint/2010/main" val="15368363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header">
            <a:extLst xmlns:a="http://schemas.openxmlformats.org/drawingml/2006/main">
              <a:ext uri="{FF2B5EF4-FFF2-40B4-BE49-F238E27FC236}">
                <a16:creationId xmlns:a16="http://schemas.microsoft.com/office/drawing/2014/main" id="{3659FCBA-9907-401F-BBD7-0F35545B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038FD-D3EA-4CC9-AB15-A29D48F3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8650796-CF99-4018-A097-A6EBE5FC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3ED5E6CB-4D60-4BDF-BD10-8640FB85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04 · Catálogo de tools e integración / CAPÍTULO 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030B80-73A8-4C62-99F1-1B93C97F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Cuatro tools núcleo y alcance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300217A7-44A3-44C4-8557-EE5CC541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Comprender la reducción del catálogo como decisión pedagógica medible.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DB15D192-73CD-43A9-BEF9-C7E07D65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7EB3977D-6DB3-46A1-A5DB-819384BF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EC444594-C2CB-49A8-A25D-E67B68F0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93F14B9-74E4-49A7-B746-D1645E62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7D7E6BD1-10A8-4EDB-B997-BCA58EA1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591E0B7-C9F6-4D1E-A2E7-72B9405E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9F9E3CEC-AAE4-4B67-B5FC-1E64E355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04 / C05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25377BCE-16A6-44E0-B9B3-42CF9C4C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6190CF6-528C-464D-94D2-F1B70EC7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COMPARAR RESPONSABILIDADES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7B773267-E300-4919-BADB-CCA7ED7A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E8FD1A60-2FAE-4993-97DA-6FD98F57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F79432-A5C6-4A21-837C-30E58A75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E08DFA2-2271-4D7A-A761-75C8F46B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9730BACA-F411-4E3F-A7BC-CFB793AC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Núcleo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73E7F33C-A44D-4178-ACD0-1289A998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Cuatro capacidades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obligatorias por industria.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CB4D9214-3658-465A-A7A7-136DA4A0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BF3D6749-6C86-44A9-B7AD-EBFF6046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4CCDB8-D1B2-4976-AC74-DF2EFDF4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737249F-6ADE-41AD-A5A2-2CE4F68F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B53FF6A9-9ED2-48AC-A6CC-1DA1634F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Opcionales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4D12D032-1ADC-4118-8333-505D7468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Otras capacidades del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simulador quedan como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ampliación.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6D0E5808-088D-459A-B931-676F90C2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460872D-4AC3-48C8-8AA2-AC4F9C7C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F81E33-8204-480E-A263-AA2DB623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19CAEDF-9EBC-42A5-8611-8BE3EF52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1CA1C87F-68B2-4BFA-A4C1-BFC1FD70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Comparación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696A299A-E3B1-4E52-BB90-BBC6441D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 puede medir cómo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cambia la selección al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ampliar opciones.</a:t>
            </a:r>
          </a:p>
        </p:txBody>
      </p:sp>
      <p:sp>
        <p:nvSpPr>
          <p:cNvPr id="34" name="panel">
            <a:extLst xmlns:a="http://schemas.openxmlformats.org/drawingml/2006/main">
              <a:ext uri="{FF2B5EF4-FFF2-40B4-BE49-F238E27FC236}">
                <a16:creationId xmlns:a16="http://schemas.microsoft.com/office/drawing/2014/main" id="{2B0CD0A2-F435-46C5-93B0-87DC98F3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DEE36E8-ACD4-4372-A6BF-94C71E2A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6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5FF87BE8-7979-4B80-AEE9-72CEFB4D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evidencia justificaría incorporar una quinta capacidad?</a:t>
            </a:r>
          </a:p>
        </p:txBody>
      </p:sp>
      <p:sp>
        <p:nvSpPr>
          <p:cNvPr id="37" name="panel">
            <a:extLst xmlns:a="http://schemas.openxmlformats.org/drawingml/2006/main">
              <a:ext uri="{FF2B5EF4-FFF2-40B4-BE49-F238E27FC236}">
                <a16:creationId xmlns:a16="http://schemas.microsoft.com/office/drawing/2014/main" id="{7C68B22D-A926-4F2C-9E5E-B55EA2CA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38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B5243F88-4A65-4C1E-A591-F2A8E94C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39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79974F4A-7210-4D87-9F19-0FD3E000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Convertir la regla didáctica de cuatro en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una ley técnica.</a:t>
            </a:r>
          </a:p>
        </p:txBody>
      </p:sp>
      <p:sp>
        <p:nvSpPr>
          <p:cNvPr id="40" name="panel">
            <a:extLst xmlns:a="http://schemas.openxmlformats.org/drawingml/2006/main">
              <a:ext uri="{FF2B5EF4-FFF2-40B4-BE49-F238E27FC236}">
                <a16:creationId xmlns:a16="http://schemas.microsoft.com/office/drawing/2014/main" id="{E9C69912-9F4A-457E-AAB8-B751E181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1" name="takeaway">
            <a:extLst xmlns:a="http://schemas.openxmlformats.org/drawingml/2006/main">
              <a:ext uri="{FF2B5EF4-FFF2-40B4-BE49-F238E27FC236}">
                <a16:creationId xmlns:a16="http://schemas.microsoft.com/office/drawing/2014/main" id="{CEFDC890-669E-4EE8-8D4E-8023F9AE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 catálogo pequeño y claro facilita aprender a medir la selección.</a:t>
            </a:r>
          </a:p>
        </p:txBody>
      </p:sp>
    </p:spTree>
    <p:extLst>
      <p:ext uri="{BB962C8B-B14F-4D97-AF65-F5344CB8AC3E}">
        <p14:creationId xmlns:p14="http://schemas.microsoft.com/office/powerpoint/2010/main" val="18448475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1F31F925-25D9-48EB-A89B-475B7722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76F07C-C10A-43E2-AAEF-F34280A3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DC2A8E5-A8E3-47A2-A58B-9B5BC519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25675A58-7505-4727-9285-707DFA00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04 · Catálogo de tools e integración / CAPÍTULO 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3B4A6B-A8E5-4FEF-88C3-72AD09B1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Aplicar la restricción con criterio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E5298331-C5E0-45E3-955E-7E09DE3F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Comprender la reducción del catálogo como decisión pedagógica medible.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873FAA9F-0DD6-4CBF-B6D3-2F48B1B0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705F75C-353F-4395-9DD1-F7BC95DA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5B7FCE13-1A80-43EB-8837-C146D189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3BE65A5-D88E-4B99-B875-9DD5646B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420D3B35-07EB-4E12-8A4D-5DB55FA3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30A2127-8283-4AE0-9E67-10383886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37F22630-A1B9-4FE2-94B1-90CF2246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04 / C05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5ADEF595-43F0-4CC5-8C93-7D33400A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90766B8-7574-4B0D-A915-D712E9E6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Relevancia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Incluir lo necesario para el caso principal.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Claridad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Evitar capacidades redundantes sin una frontera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útil.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Evidencia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Ampliar solo cuando las nuevas capacidades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aporten y se prueben.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560DB8A2-555A-40E0-92B5-E737D698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F659E9FA-FD84-4B2C-80AD-1ABB2301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E2006181-49A4-4698-8CF6-7BF89C8F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Convertir la regla didáctica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 cuatro en una ley técnica.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2BA76BD4-2C9C-4697-B7FF-77F2F6AE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364B4374-5B6A-41F7-B97C-12583134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8B08305F-25A8-40DC-8366-4DE0A204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F621012B-1570-4B57-BFBF-C141CDF7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evidencia justificaría incorporar una quinta capacidad?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54F8BB15-6FB4-4AA3-9868-075AA881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82E44D6E-FCE7-47E9-9805-6509B77B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 catálogo pequeño y claro facilita aprender a medir la selección.</a:t>
            </a:r>
          </a:p>
        </p:txBody>
      </p:sp>
    </p:spTree>
    <p:extLst>
      <p:ext uri="{BB962C8B-B14F-4D97-AF65-F5344CB8AC3E}">
        <p14:creationId xmlns:p14="http://schemas.microsoft.com/office/powerpoint/2010/main" val="8603637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E5A2A89B-B5DF-436A-8FA8-8E20655D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2A1F7-DA14-45BE-9431-2CE60420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96ACAB2-07C3-4DEC-AF09-3CF89D73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BEF671F5-325D-4E75-8DA2-1DD18811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04 · Catálogo de tools e integración / CAPÍTULO 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035827-500E-40FC-96EF-F2A739A9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Cuatro tools núcleo y alcance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07B98447-9E77-4022-8F79-1B79BA56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Comprender la reducción del catálogo como decisión pedagógica medible.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9602D68D-9D20-4FC0-9EF1-DAEB05CD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CB6CE80-7CBD-4BEC-894F-C59C6871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A658EF6E-0733-43B3-B32D-66D0013C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CE143BA-2D69-4603-A738-855348B3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8064E7BF-F903-4BB1-AC3F-9F46E4F5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A7C03FB-7B4E-4A5C-889B-228540E5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CD576A71-B7BC-4EAB-ADFB-562CEC43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04 / C05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EB60CA86-FF9A-415C-ADC9-87D98122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20450BF-54C1-4736-BBDB-D0446845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ANDINA SEGUROS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18966FA0-7876-41E4-90B9-AE948E0A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D4005C7C-D2FE-4D8B-ADC4-35AEBE7D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3C150C40-7337-433F-8164-91845394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núcleo incluye cotización SOAT, póliza, cobertura y apertura de siniestro.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FEEEE7ED-7939-4C66-B4B3-F2BD0B51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EB9A1BAB-793D-4417-8368-05C17DFC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54DCB9-63A8-4239-B42A-B9C8A692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6606C92-BA8A-45C9-B77A-FF17ACE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50F9FDD9-6F9F-4E96-93F9-A811B957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Definir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BA2EF524-ECAC-4FA9-9455-1E8BCC7B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quote_soat y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get_policy_by_plate cubren dos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tareas distintas.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95CA93DA-6482-4D2C-9CC5-F31D0D3A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22500B78-AA6D-4390-A439-E48C3BAF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D4CC9B-1FD0-4C54-AE7F-812093BE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D0EE0CD-C817-449A-BCB3-1202A9CD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866126C7-7F9C-4030-A31C-9455C554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Completar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1FE719B9-D5D2-41ED-A44E-5EAA250A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check_coverage y open_claim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completan el núcleo.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D91397AD-1F0B-4BB9-AE98-17809B34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A8889C83-5827-4AB3-B262-E472C975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86F61A-EB16-427C-B30B-EF5C8A28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E7119C2-5BAE-41ED-A9AA-A8BE25A8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B1574A9-C5A3-4793-A5CF-3B94BC89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Limitar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487904D3-11E9-460B-B14F-33969B8D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Abrir un siniestro no significa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aprobar su pago.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9F2F7385-CA2D-4A2F-BF15-08B0332D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8AC3AE59-5303-4095-A4DA-7F8A53C2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C7862AE6-219A-4D61-89AE-6E023495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Cuatro es una decisión del curso; no un límite universal de los agentes.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517938FE-1144-4AFB-B77F-E59B6EAB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2907837E-DF9C-4750-BFCE-89B8A07A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 catálogo pequeño y claro facilita aprender a medir la selección.</a:t>
            </a:r>
          </a:p>
        </p:txBody>
      </p:sp>
    </p:spTree>
    <p:extLst>
      <p:ext uri="{BB962C8B-B14F-4D97-AF65-F5344CB8AC3E}">
        <p14:creationId xmlns:p14="http://schemas.microsoft.com/office/powerpoint/2010/main" val="186300963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FAC38FB0-BEF7-43D5-B448-72E9CF0A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952497-1EB7-4519-AE06-5AA447EE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5833A1B-988E-424A-850C-3029C035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DCCF9F61-3AFC-4DA7-8815-C4AB2B45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04 · Catálogo de tools e integración / CAPÍTULO 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7AD7D7-52C3-43F0-A195-7E124484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Idempotencia y límite de iteraciones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A2EAAF99-C421-4B80-BD83-48AF05FB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Evitar efectos duplicados y ejecuciones sin una salida controlada.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4768683D-8DFF-466B-977F-CFBD1CF7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407645C-B70A-44BE-B4ED-6DB90DAE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C7E9540A-546E-4A17-885C-68239EAA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8DD2BAC-928C-4AFA-A3B3-223453BA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94690E02-630E-4C29-9285-A4252063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03AD157-EF27-4250-85C0-9F7A663B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594D3CD5-82BE-471C-9C23-2C54E13A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04 / C06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B2CE78ED-AD02-4B9C-8E02-88A0200F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FF308B1-1632-4721-B9DE-4B85B419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6DA3BBFE-F567-49BA-9EDE-DFD5ACEA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274278E9-2D52-4741-815F-4C872A60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F9FFB0-B18F-49BA-9D71-3520EEF4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010395C-7D95-4FE9-B555-ADCA6EAB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EA9ACC6D-1C0E-480F-BB38-B5710BCE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Repetición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CC32A666-5D88-462F-9E67-B63F6D74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 usuario o un fallo puede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provocar llamadas repetidas.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F509244C-817E-4125-A9CB-3F604A21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61E9D7A-FB63-48A4-8160-6B442FD0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C95A99-C15E-467E-B681-A5C2E5C4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2D4959D-A9BB-48AB-80D5-93C49704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AADEED2F-59D1-4ED6-93CD-7CBBA69B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Escritura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7115BC3B-4180-45B5-B385-6C6449C6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Repetir una creación puede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duplicar el efecto.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95859E68-1618-44DD-90FC-567B936B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4A6C03B2-C265-4936-BE9B-4114EF91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F4F163-A9E6-47C6-B7D2-9EB2A852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C98A570-68AC-4990-8A27-BF846A5E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4C57E8E6-2754-4029-89CD-DC87373B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Control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9EC85719-310B-48D3-B632-6C779945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Identificar operaciones,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limitar iteraciones y definir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derivación.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6D5CB7AB-2E18-4CC0-90BF-D33CBB6C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9FE1FCE-8934-4806-972C-2E909BC8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FAA1D65C-5381-4DEE-BF25-1116A6AA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podría ocurrir al reintentar una creación tras un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timeout?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BAE07DA2-B72C-4C25-B471-26D6604A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931DD3EA-4B4A-425C-BBBE-AEE32067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0CC6012B-E8AB-4F15-BFAA-EF2692D3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Suponer que toda lectura o escritura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repetida es inocua.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AE3820B8-F5EF-4379-A368-5F3F0682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B3413134-982A-43B6-9131-92AED98C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Los reintentos deben considerar el efecto de la operación.</a:t>
            </a:r>
          </a:p>
        </p:txBody>
      </p:sp>
    </p:spTree>
    <p:extLst>
      <p:ext uri="{BB962C8B-B14F-4D97-AF65-F5344CB8AC3E}">
        <p14:creationId xmlns:p14="http://schemas.microsoft.com/office/powerpoint/2010/main" val="80292887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B9DCC1B9-F67B-4818-A042-54809B7B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94A0D3-0EAC-4FD5-A6CC-7E23E60C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A92DEAB-DF5F-4B80-997A-E57D06FA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F7F3B116-4A68-4E88-A174-6C6BB586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04 · Catálogo de tools e integración / CAPÍTULO 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B7F674-0AEB-4430-902B-11EE615C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Dos protecciones distintas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E7287D0F-A102-48B2-9953-E3B011A8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Evitar efectos duplicados y ejecuciones sin una salida controlada.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F8F61E0A-8DE0-4EA1-A095-00E935C3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063F503-2EF1-41C6-97F2-86163B65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ED54A37C-F556-47E5-92AB-FCCBEE76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219C084-A91D-4A45-A220-6BDDE9ED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A17A74C1-EBC6-48A9-8594-4BFFE462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5F07DC8-0DD6-4348-A9DB-D50151C1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F16AA5DE-1E9A-4107-B5AE-8B962B12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04 / C06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39A5CEF6-EDA2-4DAF-A410-DB034D90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1E02850-9064-4CD0-B861-77603FF4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Idempotencia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 repetición del mismo pedido no debe crear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efectos nuevos.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Tope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 bucle se detiene al alcanzar el máximo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configurado.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Respuesta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Informar qué ocurrió y cuándo se necesita ayuda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humana.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E499C340-9BD9-4317-8B48-0B1F5FA7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31D6D445-54C6-470B-898A-1CF59688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6E2B8C2E-4A0C-4499-B4D7-7092702B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Suponer que toda lectura 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escritura repetida es inocua.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00887412-BFDE-44EC-A55C-9F72A6D7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229394C5-9EAA-479B-A827-8E943EC9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FB0692C3-AC95-45DB-8241-3D4299A0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54F61773-02E6-4184-8E0E-EC757D79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podría ocurrir al reintentar una creación tras un timeout?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E8C3E6F1-6FA7-4EC7-8C04-0A1E7B6E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C49881E3-50D1-4363-AE4E-721C50F7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Los reintentos deben considerar el efecto de la operación.</a:t>
            </a:r>
          </a:p>
        </p:txBody>
      </p:sp>
    </p:spTree>
    <p:extLst>
      <p:ext uri="{BB962C8B-B14F-4D97-AF65-F5344CB8AC3E}">
        <p14:creationId xmlns:p14="http://schemas.microsoft.com/office/powerpoint/2010/main" val="165702278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2D3F3AE2-1F2C-4131-A043-F1915916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66DC2B-0118-421E-B38C-81C57615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ADE2889-0937-4A14-B4A7-6C79FFA3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EF1B9B5D-3B9F-49E6-B9C1-A6657304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04 · Catálogo de tools e integración / CAPÍTULO 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3DD4AD-290F-424F-B6FC-C3F3AD36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Idempotencia y límite de iteraciones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31956BA2-EE9D-41D5-90CE-3611C018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Evitar efectos duplicados y ejecuciones sin una salida controlada.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48CBF526-D381-4C31-8561-04D3A08E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DC15DB6-3A82-41DD-8074-739BEEDB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56E416D6-346B-4937-91A3-D850F80B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760E056-FA50-4429-8D2F-41BCE056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CD5CB887-EB78-46C4-B14A-32F7A1C2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06B9067-725D-4548-A98A-19953904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3976F1A2-E4A3-451F-A840-1AC4C851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04 / C06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1D22500A-7D96-4DF9-9C99-81D98A4E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A0713B4-E1A4-4A4B-9124-867B6BAF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ANDESMÓVIL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7C858612-CA90-4DDA-89C1-ACBA059B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70A46CE6-C4CB-4246-AA28-BF469FFC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B406C233-C5FD-4F2F-8373-BF85CA1E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cliente repite la solicitud de crear un reclamo.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32589EF1-5DE7-4455-9CD8-A94F9E89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895B417-F4D1-4B32-A96C-F7BD9736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221AD6-AF59-4E15-8CF9-D75A06C8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13E7DC5-C6C9-403F-A148-339A26C5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BCCA73EC-40E1-43A6-A75E-379C9987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Reconocer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91CF9486-04D7-4E25-8327-D667BB9E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Puede tratarse de la misma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operación de negocio.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E7B3D546-723B-4769-BEEE-0762AD7F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273426FD-8EC2-4B77-8ABE-EF6B0619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6C5FB4-0124-4707-845B-56092CAB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896D250-5F69-4115-80DB-2FCE895C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43EA451-58C1-4D97-969A-3C378457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Proteger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4E02557B-1565-43D9-9E09-7FB08FDD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Usar el mecanismo de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idempotencia del contrato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cuando corresponda.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6D6AE5D8-7006-4B20-A1D0-A0CFAA94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55A16F0-2A2E-4941-AB9C-9CC4DD2E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3AAC3D-8BC4-4ABD-BA06-A8FB8B1F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E63AA57-52C0-4165-A637-01D3A9E4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00A147EB-4125-4949-A74D-1BFD6EFE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Comprobar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1EF6BF57-0FA2-4F7F-A755-7667CA10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No presentar dos tickets como si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fueran una sola gestión.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580D9A29-0D61-4CC9-BD1A-FCF62079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38659A3A-9297-4FAF-B50C-ECA0E877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F3602805-2E78-429A-9D71-0770BC8F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Limitar vueltas no vuelve idempotente una escritura.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3A06B778-F465-4EA7-9FFF-006A0724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E8342798-8D1C-4C8D-BA91-721A7EA7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Los reintentos deben considerar el efecto de la operación.</a:t>
            </a:r>
          </a:p>
        </p:txBody>
      </p:sp>
    </p:spTree>
    <p:extLst>
      <p:ext uri="{BB962C8B-B14F-4D97-AF65-F5344CB8AC3E}">
        <p14:creationId xmlns:p14="http://schemas.microsoft.com/office/powerpoint/2010/main" val="119070005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169F75E9-15B8-4F1D-A99D-853E1F91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26D37-7641-40E0-AE3C-F0EED4E3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74DAAF2-5544-4169-BC55-6CAA49FE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E80289EB-0096-4C8C-96A0-46B3C0C7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04 · Catálogo de tools e integración / CAPÍTULO 7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BBA424-56AF-4DD3-B0C9-7A4B1D5A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MCP: exponer y descubrir tools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ADE5FC37-7655-4204-9EEB-8CC9512B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Separar el protocolo de herramientas, su transporte y el sistema de negocio.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77A05046-144C-42EC-BB88-FD005C86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BBF2E46-B14D-4523-ADBC-9507904F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9F3C5E6A-D396-4F43-B502-72FC462F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63C1669-01AE-4375-91CF-A4E8B736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D756359B-3842-4854-9FBD-CD0BA281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16C4F52-EE5B-47D3-B5F5-F2C6C25F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F814CA7D-D48A-489A-9671-935E84B1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04 / C07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0CC76BF6-63FE-4E0E-87A6-B88274C5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3C54252-DB15-476E-B5BD-43CF445A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SEPARAR PROTOCOLO, TRANSPORTE Y NEGOCIO</a:t>
            </a:r>
          </a:p>
        </p:txBody>
      </p:sp>
      <p:sp>
        <p:nvSpPr>
          <p:cNvPr id="16" name="architecture-frame">
            <a:extLst xmlns:a="http://schemas.openxmlformats.org/drawingml/2006/main">
              <a:ext uri="{FF2B5EF4-FFF2-40B4-BE49-F238E27FC236}">
                <a16:creationId xmlns:a16="http://schemas.microsoft.com/office/drawing/2014/main" id="{06E9889C-D748-4C8C-AC8B-1842908E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9239250" cy="4619625"/>
          </a:xfrm>
          <a:prstGeom xmlns:a="http://schemas.openxmlformats.org/drawingml/2006/main" prst="roundRect">
            <a:avLst>
              <a:gd name="adj" fmla="val 37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component-agent">
            <a:extLst xmlns:a="http://schemas.openxmlformats.org/drawingml/2006/main">
              <a:ext uri="{FF2B5EF4-FFF2-40B4-BE49-F238E27FC236}">
                <a16:creationId xmlns:a16="http://schemas.microsoft.com/office/drawing/2014/main" id="{B9D80A96-A012-4415-BFB2-65E295CA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5752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EB5D728F-3E92-45EC-A36E-71DEF39D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0040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Agente</a:t>
            </a:r>
          </a:p>
        </p:txBody>
      </p:sp>
      <p:sp>
        <p:nvSpPr>
          <p:cNvPr id="19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907370FF-6BEC-40F3-8299-EAEF7CA2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1475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Usa tools descubiertas</a:t>
            </a:r>
          </a:p>
        </p:txBody>
      </p:sp>
      <p:sp>
        <p:nvSpPr>
          <p:cNvPr id="20" name="component-client">
            <a:extLst xmlns:a="http://schemas.openxmlformats.org/drawingml/2006/main">
              <a:ext uri="{FF2B5EF4-FFF2-40B4-BE49-F238E27FC236}">
                <a16:creationId xmlns:a16="http://schemas.microsoft.com/office/drawing/2014/main" id="{390D334D-FE40-4C40-9B35-E2198EDD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05752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1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E20EC670-A441-402A-9495-93DE1FAC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20040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Cliente MCP</a:t>
            </a:r>
          </a:p>
        </p:txBody>
      </p:sp>
      <p:sp>
        <p:nvSpPr>
          <p:cNvPr id="22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75CF748E-B59A-402B-B611-9008A108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71475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Solicita el catálogo</a:t>
            </a:r>
          </a:p>
        </p:txBody>
      </p:sp>
      <p:sp>
        <p:nvSpPr>
          <p:cNvPr id="23" name="component-server">
            <a:extLst xmlns:a="http://schemas.openxmlformats.org/drawingml/2006/main">
              <a:ext uri="{FF2B5EF4-FFF2-40B4-BE49-F238E27FC236}">
                <a16:creationId xmlns:a16="http://schemas.microsoft.com/office/drawing/2014/main" id="{12191E8B-D298-4FE5-993B-DBE1B58A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5752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4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64D4ADBF-649E-49FE-A924-CF0175DC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0040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Servidor MCP</a:t>
            </a:r>
          </a:p>
        </p:txBody>
      </p:sp>
      <p:sp>
        <p:nvSpPr>
          <p:cNvPr id="25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0B13EA39-013A-491A-A303-50AE2804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1475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Publica contratos de</a:t>
            </a:r>
          </a:p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tools</a:t>
            </a:r>
          </a:p>
        </p:txBody>
      </p:sp>
      <p:sp>
        <p:nvSpPr>
          <p:cNvPr id="26" name="component-tool">
            <a:extLst xmlns:a="http://schemas.openxmlformats.org/drawingml/2006/main">
              <a:ext uri="{FF2B5EF4-FFF2-40B4-BE49-F238E27FC236}">
                <a16:creationId xmlns:a16="http://schemas.microsoft.com/office/drawing/2014/main" id="{0AD0DD97-51C4-4281-936D-0701F01A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38162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7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313CD6E8-F6B2-4F9F-A201-5A82E68B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2450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Implementación</a:t>
            </a:r>
          </a:p>
        </p:txBody>
      </p:sp>
      <p:sp>
        <p:nvSpPr>
          <p:cNvPr id="28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BF36AC79-5B1D-4797-B84A-CAB53DC5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3885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Ejecuta la capacidad</a:t>
            </a:r>
          </a:p>
        </p:txBody>
      </p:sp>
      <p:sp>
        <p:nvSpPr>
          <p:cNvPr id="29" name="component-sim">
            <a:extLst xmlns:a="http://schemas.openxmlformats.org/drawingml/2006/main">
              <a:ext uri="{FF2B5EF4-FFF2-40B4-BE49-F238E27FC236}">
                <a16:creationId xmlns:a16="http://schemas.microsoft.com/office/drawing/2014/main" id="{49528C12-0E8C-4668-A8B1-3DC59708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538162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0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8380BF3A-C0E2-481A-929C-5C5F4637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52450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Simulador HTTP</a:t>
            </a:r>
          </a:p>
        </p:txBody>
      </p:sp>
      <p:sp>
        <p:nvSpPr>
          <p:cNvPr id="31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F213C0BB-B464-4E3F-923D-4369D016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03885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Sistema de negocio</a:t>
            </a:r>
          </a:p>
        </p:txBody>
      </p:sp>
      <p:cxnSp>
        <p:nvCxnSpPr>
          <p:cNvPr id="75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3333750" y="3595688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76" name=""/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6410325" y="3595688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77" name=""/>
          <p:cNvCxnSpPr>
            <a:stCxn xmlns:a="http://schemas.openxmlformats.org/drawingml/2006/main" id="23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8296275" y="4133850"/>
            <a:ext cx="0" cy="12477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6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6410325" y="5919788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E6572858-BC87-4820-B841-2A4F56E0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47950"/>
            <a:ext cx="4610100" cy="4619625"/>
          </a:xfrm>
          <a:prstGeom xmlns:a="http://schemas.openxmlformats.org/drawingml/2006/main" prst="roundRect">
            <a:avLst>
              <a:gd name="adj" fmla="val 371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diagram-reading-label">
            <a:extLst xmlns:a="http://schemas.openxmlformats.org/drawingml/2006/main">
              <a:ext uri="{FF2B5EF4-FFF2-40B4-BE49-F238E27FC236}">
                <a16:creationId xmlns:a16="http://schemas.microsoft.com/office/drawing/2014/main" id="{571D6A70-22E0-4667-8ECE-849F1F5E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57500"/>
            <a:ext cx="414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CLAVE DE LECTURA</a:t>
            </a:r>
          </a:p>
        </p:txBody>
      </p:sp>
      <p:sp>
        <p:nvSpPr>
          <p:cNvPr id="38" name="diagram-reading">
            <a:extLst xmlns:a="http://schemas.openxmlformats.org/drawingml/2006/main">
              <a:ext uri="{FF2B5EF4-FFF2-40B4-BE49-F238E27FC236}">
                <a16:creationId xmlns:a16="http://schemas.microsoft.com/office/drawing/2014/main" id="{DD0566F3-19CE-47CA-BA56-A4AD78BD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86125"/>
            <a:ext cx="4143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catálogo descubierto y el</a:t>
            </a:r>
          </a:p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catálogo habilitado pueden</a:t>
            </a:r>
          </a:p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ser distintos.</a:t>
            </a:r>
          </a:p>
        </p:txBody>
      </p:sp>
      <p:sp>
        <p:nvSpPr>
          <p:cNvPr id="39" name="diagram-question-label">
            <a:extLst xmlns:a="http://schemas.openxmlformats.org/drawingml/2006/main">
              <a:ext uri="{FF2B5EF4-FFF2-40B4-BE49-F238E27FC236}">
                <a16:creationId xmlns:a16="http://schemas.microsoft.com/office/drawing/2014/main" id="{90D07BB2-BCBE-4A62-92D8-0B593D84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52975"/>
            <a:ext cx="414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PREGUNTA AL GRUPO</a:t>
            </a:r>
          </a:p>
        </p:txBody>
      </p:sp>
      <p:sp>
        <p:nvSpPr>
          <p:cNvPr id="40" name="diagram-question">
            <a:extLst xmlns:a="http://schemas.openxmlformats.org/drawingml/2006/main">
              <a:ext uri="{FF2B5EF4-FFF2-40B4-BE49-F238E27FC236}">
                <a16:creationId xmlns:a16="http://schemas.microsoft.com/office/drawing/2014/main" id="{4535B788-B70B-4561-8A41-6923AAE0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0"/>
            <a:ext cx="4143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¿Dónde sigue viviendo la lógica de</a:t>
            </a:r>
          </a:p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consulta al simulador?</a:t>
            </a:r>
          </a:p>
        </p:txBody>
      </p:sp>
      <p:sp>
        <p:nvSpPr>
          <p:cNvPr id="41" name="diagram-caution">
            <a:extLst xmlns:a="http://schemas.openxmlformats.org/drawingml/2006/main">
              <a:ext uri="{FF2B5EF4-FFF2-40B4-BE49-F238E27FC236}">
                <a16:creationId xmlns:a16="http://schemas.microsoft.com/office/drawing/2014/main" id="{2A0E72E0-CC10-4613-BC8C-301B1407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76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Error a evitar: Confundir MCP con una base</a:t>
            </a:r>
          </a:p>
          <a:p xmlns:a="http://schemas.openxmlformats.org/drawingml/2006/main">
            <a:pPr algn="l">
              <a:def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 datos o con el transporte HTTP del</a:t>
            </a:r>
          </a:p>
          <a:p xmlns:a="http://schemas.openxmlformats.org/drawingml/2006/main">
            <a:pPr algn="l">
              <a:def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negocio.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43093618-12CA-4649-8538-E8464855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C8C2BA69-5278-4BB5-9C17-56607184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MCP estandariza una interfaz; no decide la política del catálogo.</a:t>
            </a:r>
          </a:p>
        </p:txBody>
      </p:sp>
    </p:spTree>
    <p:extLst>
      <p:ext uri="{BB962C8B-B14F-4D97-AF65-F5344CB8AC3E}">
        <p14:creationId xmlns:p14="http://schemas.microsoft.com/office/powerpoint/2010/main" val="1620939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8BE9253D-CC40-4E2E-BA16-E89B03D1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850EFF-6ACA-4639-A3FE-04706DAB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661C635-BDE6-4364-A5FC-06086D28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CB00FC77-5874-4F26-B185-40165666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04 · Catálogo de tools e integración / CAPÍTULO 7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84A3901-76F8-476B-B9FF-29921B10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Leer las fronteras de integración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FC0E0135-B16E-4008-8980-8F1E454E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Separar el protocolo de herramientas, su transporte y el sistema de negocio.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EB67B5A8-D6A4-4E30-94C0-6397E2DA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F3EDF98-E51D-4106-BBC2-0DF03B9A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FF9CB529-065D-407E-84F9-31750AB4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756591BE-2221-448C-A177-A4EDB10C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C0C37FFB-477C-4D6E-96CE-9B31A7AB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C38D901-9FF3-450D-916C-E64B6879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9F5685E2-2E72-4D7A-A063-F3A418F8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04 / C07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CBF19E7B-082A-4B95-A68E-C8F3C9BD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5891B22-4794-4B3B-BF63-2301B27A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Descubrimiento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 cliente obtiene el catálogo del servidor.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Transporte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stdio comunica procesos; HTTP es otra frontera del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sistema.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Ejecución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 tool sigue teniendo argumentos, errores y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límites de negocio.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AAF8965E-05C2-404E-BD16-5F7FEAF9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28756E22-2F62-4A23-98B9-7D24F231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409D4811-E854-4F6B-89A4-13725092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Confundir MCP con una base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 datos o con el transporte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HTTP del negocio.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AD145E0D-03C0-4C6F-82E9-31BEFD11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F017F596-DE30-47FE-AC5A-898B6344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334FA805-2331-491F-84D0-C6FE1B64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C005271A-702C-42E2-9550-8D9DC688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¿Dónde sigue viviendo la lógica de consulta al simulador?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AB19D078-1533-4D23-864C-31E6D507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29A1CDC3-620E-48B2-A0D1-261B2933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MCP estandariza una interfaz; no decide la política del catálogo.</a:t>
            </a:r>
          </a:p>
        </p:txBody>
      </p:sp>
    </p:spTree>
    <p:extLst>
      <p:ext uri="{BB962C8B-B14F-4D97-AF65-F5344CB8AC3E}">
        <p14:creationId xmlns:p14="http://schemas.microsoft.com/office/powerpoint/2010/main" val="147451832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97203D11-B857-4381-909C-120229FE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14381-F0DF-457E-BB9D-79FEF59F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8ECAED6-6640-478A-8B81-BA38B1B1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18249048-81E4-4D7E-995A-5BAA4A5F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04 · Catálogo de tools e integración / CAPÍTULO 7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BF3286-50EF-4985-BBE5-010843F0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MCP: exponer y descubrir tools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1209065A-85DB-439D-AA3F-766EBD2D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Separar el protocolo de herramientas, su transporte y el sistema de negocio.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C4817FDD-E37C-4F18-A452-37C03837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C1A2712-3A8A-4065-AA56-F578D0DC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4E14CECA-F533-4F69-ABF3-2610DDAE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2D7DF1A-3558-4173-944F-A2AD92F7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176031E0-142E-4DE1-BE91-FA7364FD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392F969-80FB-45BF-AB59-7DA1FA91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A78E079B-F228-4BD7-BA9C-FD51EF42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04 / C07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735B4E6E-84C4-4A14-A22D-89431476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BD1A8A4-2A9E-41B3-938B-71D50C83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MERCASUR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B003A722-7DA3-4C03-A608-229E6338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18D3BD44-99E9-4904-B45E-9E02AD91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E4A91463-51FC-4CF0-814D-4374B348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pre-work lista las seis tools disponibles en el servidor.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E2177DEC-4DF4-41E1-B511-80D3E18E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A4A6E797-0BEB-4799-B7F3-E92566ED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FC1910-C935-4FE5-A039-A1EBC312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752CFFF-FA36-4864-82F4-7D64789A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C7457C1E-2736-478E-A5AA-216C25A2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Conectar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A9393775-1BC0-4D06-A44A-AC3AEFFC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Inicializar el cliente según el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ejercicio MCP.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24200138-BE14-4425-B0E3-21FCB979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99DD6776-ACB7-4F05-91FB-C405B6E1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A7DE5F-D952-472D-B627-93731509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564ECDA-1441-4B03-A062-89464017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D2F6CBD7-8538-45C9-9FD2-D34DCF92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Descubrir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1C5FBDF4-693B-4E55-A25E-462B2B29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Revisar nombres, descripciones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y esquemas recibidos.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52A90B7E-3786-40DC-BD17-343DC4D1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0A1D5743-AB06-40C1-959B-4E2D520D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6C43E3-62AF-4B02-A634-A3A46C2B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3B02C97-FDA9-4FC8-8D68-C59EF038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2E6F8BE4-696A-4DBD-8811-AD87B77B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Seleccionar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C6D70698-3844-465C-B855-DF311A71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catálogo núcleo del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laboratorio sigue siendo de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cuatro.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6886E3C0-C1B5-46FA-B491-B2B041E3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1B67AF6C-63FC-4A6E-B281-79A7A911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844C1AAB-B8D4-40AB-85A5-9CF55772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Descubrir seis capacidades no obliga a habilitarlas todas en el agente.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D71E08B7-C7A3-4124-9C26-C485BFD1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4F1AB480-1AA6-4AA0-BCCD-FC6D1687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MCP estandariza una interfaz; no decide la política del catálogo.</a:t>
            </a:r>
          </a:p>
        </p:txBody>
      </p:sp>
    </p:spTree>
    <p:extLst>
      <p:ext uri="{BB962C8B-B14F-4D97-AF65-F5344CB8AC3E}">
        <p14:creationId xmlns:p14="http://schemas.microsoft.com/office/powerpoint/2010/main" val="59698882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78B9CA5F-01D3-4D61-B77C-1C03447E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08582-C529-4864-95DA-3C8CE256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855E7E3-D434-4F3F-9245-5ABBA516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158B12CC-5285-460B-AB38-49473EDE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04 · Catálogo de tools e integración / CAPÍTULO 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5EE753-44E5-4E87-B320-CA44FC64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Laboratorio L4: integrar y medir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ED98BA0C-660A-410F-94E4-CFDB8601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Ensamblar el catálogo y demostrar selección y manejo de errores.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A75815A7-3F98-425D-95CD-29AC2012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0D59BEA-0151-4DE1-AD89-BF78DEED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F9FF63C5-1D68-474B-B057-71561F5F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F48569E-FF05-4876-AFCC-163CA6FE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BE69BB60-56B5-42CB-B502-3EF20D4A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EB86D2D-F64A-4521-B039-883B1D3B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67961C6B-6042-4D64-A212-DCEA4F36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04 / C08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1C18B349-B34C-4887-A746-27569D8F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4A699D4-56E7-452F-B390-F7E9CAD2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B3579C54-BA59-44B6-B056-55076BAC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E090CC93-1538-4707-AD8B-CE029683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5656E1-BF9F-404D-AC3A-2FCD3D43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19DB1AF-37BE-4670-968E-6692BAC4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428860B0-05AD-45D7-B26C-5DC8383B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Construir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AA47D829-FB18-4AA8-9F21-FF6A6EDA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Completar las cuatro tools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núcleo con contratos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coherentes.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BE6BFCE2-18B7-417D-9875-B1A02140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D9E6C76F-209D-42AF-BEFE-5EDB6CE5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39D6C2-8BDB-4801-A70B-05585671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AF60D85-E7E4-4337-963B-A1D358F2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06216CE9-9777-4421-A649-5CDD2AA4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Integrar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B0435EDD-C89C-4A42-ACCF-3718CB9F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Ensamblar el agente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limitar su ejecución.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56114C42-441E-4992-82AA-F6244A04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4C0C8C95-CBBA-4883-80C3-1233972C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CBC13B-99E7-44CB-B3A6-87660366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B614DC1-7104-41AD-9935-DE9CA550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4A7BF346-DDF8-47AB-A99E-A8E979EB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Medir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0416D4CF-E9A6-49E5-92DD-8080C4BF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Evaluar selección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documentar el avance del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proyecto.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E9D833F4-FF8D-46C2-8E48-0A46B3A9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9E9C7F4-67A8-4915-B927-55ADD3C2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D70908B2-EC29-4292-8FB9-6FD690FC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captura probaría la selección, además de la respuesta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final?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C38DA087-9BE0-452D-91C7-51EB4606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45A0F603-5776-49EC-8CB8-459A3B30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46FB6479-35B4-4F56-A6B4-BE8ECC35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Mostrar solo texto final sin evidencia de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herramienta usada.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74053AF4-370C-47EF-AC81-98E0B24F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083ABDF2-01E7-4EC6-844C-ED0C1133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 catálogo funciona cuando el agente elige bien y maneja sus fallos.</a:t>
            </a:r>
          </a:p>
        </p:txBody>
      </p:sp>
    </p:spTree>
    <p:extLst>
      <p:ext uri="{BB962C8B-B14F-4D97-AF65-F5344CB8AC3E}">
        <p14:creationId xmlns:p14="http://schemas.microsoft.com/office/powerpoint/2010/main" val="36183520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94170EFA-BCE0-4EED-B5F5-1ED2844F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60771-B216-476E-A684-A0C7A339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B1DFF80-1579-4167-89A8-A21C0907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9DD6F7F3-3FEE-49D6-9475-53A69B76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04 · Catálogo de tools e integración / CAPÍTULO 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2AD231-F427-449F-8712-5B4E57B2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Evidencia que debe conservarse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F8E469B2-CBC8-4259-8955-1B2F8437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Ensamblar el catálogo y demostrar selección y manejo de errores.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39CD84F9-92EF-4046-AAD6-1AAFD570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C74EE35-5697-4F4B-858E-515F0583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790A1439-1259-4E23-BEF2-EED75612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2CACAC2-5030-45D3-9916-AB25271B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935C0170-53D5-48F2-8BD3-37B47D69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81CDA97-AAAD-4D75-A22D-92676BD3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00DDF10C-9F25-42AB-975E-7C326792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04 / C08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2ECF45B7-C257-4486-9754-A7ADA002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37749A5-3A1D-4EED-BFBB-6B46C880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Consulta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Entrada exacta que permite repetir el caso.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Llamada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Tool seleccionada y argumentos relevantes.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Resultado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Respuesta, error y comparación con lo esperado.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E030691F-A682-4B29-85F0-E0404ACC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49D2F371-E2EA-4324-B674-FBE50E81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1F6C3F65-F74C-4E15-8807-9A4CDAFC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Mostrar solo texto final sin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evidencia de la herramienta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usada.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D3F726BF-1AC5-4826-88F4-FFDAFEF8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6EB7B384-9E55-48DC-AE7C-DBB933B0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3C22CC6F-EA89-4769-92B2-5B75655F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6B3CB08B-AC3F-4FEC-B848-6F4CF254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captura probaría la selección, además de la respuesta final?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9C382574-ABA7-4B53-B479-176C0511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BA400CEE-4000-4225-BFB8-255457A4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 catálogo funciona cuando el agente elige bien y maneja sus fallos.</a:t>
            </a:r>
          </a:p>
        </p:txBody>
      </p:sp>
    </p:spTree>
    <p:extLst>
      <p:ext uri="{BB962C8B-B14F-4D97-AF65-F5344CB8AC3E}">
        <p14:creationId xmlns:p14="http://schemas.microsoft.com/office/powerpoint/2010/main" val="48831163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85706C36-CEDA-4C52-8B9D-DC29727B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BC842-73F2-46FC-A075-26E6242F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9155B38-77FF-44E2-832D-E35510B9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BC30E33D-EB6B-4AFA-B6D3-F1C1D54F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04 · Catálogo de tools e integración / CAPÍTULO 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0754B9-2A1F-4005-BA65-FB4A7D89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Laboratorio L4: integrar y medir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C8116220-92E5-4828-87BB-9109A205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Ensamblar el catálogo y demostrar selección y manejo de errores.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6F326441-155A-4154-9F4B-D5BB44F4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E989C38-54C7-461F-99D7-8D311488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3378E28B-98B0-4AB9-BBA8-D1753591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8100E8C-2AC8-41CC-93C1-AD154B9E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7671CA50-9F16-4294-8843-05940297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B289447-F38D-4765-A3DF-7B73ED79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0678573A-E1EA-4AD1-A736-E9EAE40B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04 / C08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1126FAA0-EE99-4012-ADBB-01C95AC0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58E6D6D-5505-4C15-8804-914E6916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ANDINA SEGUROS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D10846FC-7E28-4163-853A-9FC2E5E5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AE46F811-AF79-4297-8CB8-A80629C2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54D5858D-A9EB-49CD-9772-42954C76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Una consulta de cobertura termina abriendo un siniestro por error.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070C9B86-6035-4EAA-BBCF-D93AED7B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6F849AB4-573E-4BD3-9172-47CEF573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57A1F8-1344-4578-80D7-3114D833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DCD01A8-5FAE-475A-8C86-286B836A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C9D0EF95-219D-4A47-B7EB-C0CC6098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Registrar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693433C6-1D13-4F50-9245-1B8BC0BD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llamada no coincide con la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intención.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1C5B9367-4B4D-4B12-B178-D4E3703C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6F435FC-357E-4055-ABC1-1C66FD4B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57EA34-4CBC-40B4-B2E9-200BDD0A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0024FB3-69C4-43E9-BE5E-17DA567F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CAB40B8F-13F6-4688-BBC1-CA341928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Corregir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FC83FD29-00B1-4B3A-BD4A-66DD4018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Revisar la frontera entre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consultar y registrar.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936E752E-B886-4969-9195-07E4823F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86EEC6B3-1872-460E-BAB7-F3518629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FD78E1-EEE9-47FC-B2D5-2EBAD071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46C76D7-496A-4445-803C-0B91E4DF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531E7F50-634E-49AB-B6E8-080457FE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Reprobar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906DDAE6-30A3-401B-89F7-ED99A2F0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misma consulta debe usar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check_coverage.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14EE8754-74DA-4DDE-91BA-0DA372A0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25966D24-6058-4297-9B2E-688035AB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3D5CBD74-FE55-4EE4-8E30-D6DA9D0D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avance es verificable cuando la selección se puede inspeccionar.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5F8A0C2C-FC4A-4AF9-B8C9-A5354BBD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CE801726-4880-4DAD-A61E-76E51FDC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 catálogo funciona cuando el agente elige bien y maneja sus fallos.</a:t>
            </a:r>
          </a:p>
        </p:txBody>
      </p:sp>
    </p:spTree>
    <p:extLst>
      <p:ext uri="{BB962C8B-B14F-4D97-AF65-F5344CB8AC3E}">
        <p14:creationId xmlns:p14="http://schemas.microsoft.com/office/powerpoint/2010/main" val="8166342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2026-09-23T04:08:32.4710000Z</dcterms:created>
  <dcterms:modified xsi:type="dcterms:W3CDTF">2026-09-23T04:08:32.4710000Z</dcterms:modified>
</coreProperties>
</file>