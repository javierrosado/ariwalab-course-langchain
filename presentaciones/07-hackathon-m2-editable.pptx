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af867e6e264cb5" /><Relationship Type="http://schemas.openxmlformats.org/officeDocument/2006/relationships/extended-properties" Target="/docProps/app.xml" Id="R7908735104bd436d" /><Relationship Type="http://schemas.openxmlformats.org/officeDocument/2006/relationships/officeDocument" Target="/ppt/presentation.xml" Id="Rada1c58df7d14c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2542435d1c4418"/>
  </p:sldMasterIdLst>
  <p:notesMasterIdLst>
    <p:notesMasterId xmlns:r="http://schemas.openxmlformats.org/officeDocument/2006/relationships" r:id="R8c114b957dad44d0"/>
  </p:notesMasterIdLst>
  <p:sldIdLst>
    <p:sldId xmlns:r="http://schemas.openxmlformats.org/officeDocument/2006/relationships" id="256" r:id="R3e666f9d269648df"/>
    <p:sldId xmlns:r="http://schemas.openxmlformats.org/officeDocument/2006/relationships" id="257" r:id="R477b5980ffce4a8a"/>
    <p:sldId xmlns:r="http://schemas.openxmlformats.org/officeDocument/2006/relationships" id="258" r:id="Rd4289eccd64540a0"/>
    <p:sldId xmlns:r="http://schemas.openxmlformats.org/officeDocument/2006/relationships" id="259" r:id="R4acf5176fde24b5e"/>
    <p:sldId xmlns:r="http://schemas.openxmlformats.org/officeDocument/2006/relationships" id="260" r:id="Rfcb4d3dc61bc4ff8"/>
    <p:sldId xmlns:r="http://schemas.openxmlformats.org/officeDocument/2006/relationships" id="261" r:id="Rbf233ee349514e09"/>
    <p:sldId xmlns:r="http://schemas.openxmlformats.org/officeDocument/2006/relationships" id="262" r:id="Rc2e30bae7b324878"/>
    <p:sldId xmlns:r="http://schemas.openxmlformats.org/officeDocument/2006/relationships" id="263" r:id="R1e7317170ff84f1e"/>
    <p:sldId xmlns:r="http://schemas.openxmlformats.org/officeDocument/2006/relationships" id="264" r:id="Ra5abb71f87d14035"/>
    <p:sldId xmlns:r="http://schemas.openxmlformats.org/officeDocument/2006/relationships" id="265" r:id="Rb8aa21c455704607"/>
    <p:sldId xmlns:r="http://schemas.openxmlformats.org/officeDocument/2006/relationships" id="266" r:id="R2a6c81dd0d5b49ff"/>
    <p:sldId xmlns:r="http://schemas.openxmlformats.org/officeDocument/2006/relationships" id="267" r:id="Rf8bb372ff15641b3"/>
    <p:sldId xmlns:r="http://schemas.openxmlformats.org/officeDocument/2006/relationships" id="268" r:id="Ra45e9ac248514e52"/>
    <p:sldId xmlns:r="http://schemas.openxmlformats.org/officeDocument/2006/relationships" id="269" r:id="Rde9724d0f01d48ba"/>
    <p:sldId xmlns:r="http://schemas.openxmlformats.org/officeDocument/2006/relationships" id="270" r:id="Rafadcff5848d4f27"/>
    <p:sldId xmlns:r="http://schemas.openxmlformats.org/officeDocument/2006/relationships" id="271" r:id="Rd5a90dd75b30488d"/>
    <p:sldId xmlns:r="http://schemas.openxmlformats.org/officeDocument/2006/relationships" id="272" r:id="R09e357f736b54aa3"/>
    <p:sldId xmlns:r="http://schemas.openxmlformats.org/officeDocument/2006/relationships" id="273" r:id="R61b5a5d59eca419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79b4451d494ab5" /><Relationship Type="http://schemas.openxmlformats.org/officeDocument/2006/relationships/slideMaster" Target="/ppt/slideMasters/slideMaster1.xml" Id="R1f2542435d1c4418" /><Relationship Type="http://schemas.openxmlformats.org/officeDocument/2006/relationships/notesMaster" Target="/ppt/notesMasters/notesMaster1.xml" Id="R8c114b957dad44d0" /><Relationship Type="http://schemas.openxmlformats.org/officeDocument/2006/relationships/presProps" Target="/ppt/presProps.xml" Id="R0f88b85dfb4546dd" /><Relationship Type="http://schemas.openxmlformats.org/officeDocument/2006/relationships/tableStyles" Target="/ppt/tableStyles.xml" Id="Rb3a8db15439e42f6" /><Relationship Type="http://schemas.openxmlformats.org/officeDocument/2006/relationships/slide" Target="/ppt/slides/slide1.xml" Id="R3e666f9d269648df" /><Relationship Type="http://schemas.openxmlformats.org/officeDocument/2006/relationships/slide" Target="/ppt/slides/slide2.xml" Id="R477b5980ffce4a8a" /><Relationship Type="http://schemas.openxmlformats.org/officeDocument/2006/relationships/slide" Target="/ppt/slides/slide3.xml" Id="Rd4289eccd64540a0" /><Relationship Type="http://schemas.openxmlformats.org/officeDocument/2006/relationships/slide" Target="/ppt/slides/slide4.xml" Id="R4acf5176fde24b5e" /><Relationship Type="http://schemas.openxmlformats.org/officeDocument/2006/relationships/slide" Target="/ppt/slides/slide5.xml" Id="Rfcb4d3dc61bc4ff8" /><Relationship Type="http://schemas.openxmlformats.org/officeDocument/2006/relationships/slide" Target="/ppt/slides/slide6.xml" Id="Rbf233ee349514e09" /><Relationship Type="http://schemas.openxmlformats.org/officeDocument/2006/relationships/slide" Target="/ppt/slides/slide7.xml" Id="Rc2e30bae7b324878" /><Relationship Type="http://schemas.openxmlformats.org/officeDocument/2006/relationships/slide" Target="/ppt/slides/slide8.xml" Id="R1e7317170ff84f1e" /><Relationship Type="http://schemas.openxmlformats.org/officeDocument/2006/relationships/slide" Target="/ppt/slides/slide9.xml" Id="Ra5abb71f87d14035" /><Relationship Type="http://schemas.openxmlformats.org/officeDocument/2006/relationships/slide" Target="/ppt/slides/slide10.xml" Id="Rb8aa21c455704607" /><Relationship Type="http://schemas.openxmlformats.org/officeDocument/2006/relationships/slide" Target="/ppt/slides/slide11.xml" Id="R2a6c81dd0d5b49ff" /><Relationship Type="http://schemas.openxmlformats.org/officeDocument/2006/relationships/slide" Target="/ppt/slides/slide12.xml" Id="Rf8bb372ff15641b3" /><Relationship Type="http://schemas.openxmlformats.org/officeDocument/2006/relationships/slide" Target="/ppt/slides/slide13.xml" Id="Ra45e9ac248514e52" /><Relationship Type="http://schemas.openxmlformats.org/officeDocument/2006/relationships/slide" Target="/ppt/slides/slide14.xml" Id="Rde9724d0f01d48ba" /><Relationship Type="http://schemas.openxmlformats.org/officeDocument/2006/relationships/slide" Target="/ppt/slides/slide15.xml" Id="Rafadcff5848d4f27" /><Relationship Type="http://schemas.openxmlformats.org/officeDocument/2006/relationships/slide" Target="/ppt/slides/slide16.xml" Id="Rd5a90dd75b30488d" /><Relationship Type="http://schemas.openxmlformats.org/officeDocument/2006/relationships/slide" Target="/ppt/slides/slide17.xml" Id="R09e357f736b54aa3" /><Relationship Type="http://schemas.openxmlformats.org/officeDocument/2006/relationships/slide" Target="/ppt/slides/slide18.xml" Id="R61b5a5d59eca41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8040f1042046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528e6adffe4c43" /><Relationship Type="http://schemas.openxmlformats.org/officeDocument/2006/relationships/notesMaster" Target="/ppt/notesMasters/notesMaster1.xml" Id="Ra6bf8d43c3bf45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d2d2ed233f4ba9" /><Relationship Type="http://schemas.openxmlformats.org/officeDocument/2006/relationships/notesMaster" Target="/ppt/notesMasters/notesMaster1.xml" Id="R07626a04f71e45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e71629075648d1" /><Relationship Type="http://schemas.openxmlformats.org/officeDocument/2006/relationships/notesMaster" Target="/ppt/notesMasters/notesMaster1.xml" Id="R1819a418901b43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9312ddd8704ad9" /><Relationship Type="http://schemas.openxmlformats.org/officeDocument/2006/relationships/notesMaster" Target="/ppt/notesMasters/notesMaster1.xml" Id="Rd7938f89860646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3c1e2e91444498" /><Relationship Type="http://schemas.openxmlformats.org/officeDocument/2006/relationships/notesMaster" Target="/ppt/notesMasters/notesMaster1.xml" Id="Re4368e4870ba4f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56283ce50c4646" /><Relationship Type="http://schemas.openxmlformats.org/officeDocument/2006/relationships/notesMaster" Target="/ppt/notesMasters/notesMaster1.xml" Id="R63b2ef58e77d4b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363af97f4a43f1" /><Relationship Type="http://schemas.openxmlformats.org/officeDocument/2006/relationships/notesMaster" Target="/ppt/notesMasters/notesMaster1.xml" Id="R3febda7321de41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c4a614ee254249" /><Relationship Type="http://schemas.openxmlformats.org/officeDocument/2006/relationships/notesMaster" Target="/ppt/notesMasters/notesMaster1.xml" Id="R07e9bdac18bb46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2b9e73ab5e4f03" /><Relationship Type="http://schemas.openxmlformats.org/officeDocument/2006/relationships/notesMaster" Target="/ppt/notesMasters/notesMaster1.xml" Id="Rf49e83095cfd40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20474108ef475e" /><Relationship Type="http://schemas.openxmlformats.org/officeDocument/2006/relationships/notesMaster" Target="/ppt/notesMasters/notesMaster1.xml" Id="R856b9426214d47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681dc263e740ae" /><Relationship Type="http://schemas.openxmlformats.org/officeDocument/2006/relationships/notesMaster" Target="/ppt/notesMasters/notesMaster1.xml" Id="R3228b175881643f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c6552725fc04cf4" /><Relationship Type="http://schemas.openxmlformats.org/officeDocument/2006/relationships/notesMaster" Target="/ppt/notesMasters/notesMaster1.xml" Id="Rbdd998b9d255426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6b61ed8ba5b4662" /><Relationship Type="http://schemas.openxmlformats.org/officeDocument/2006/relationships/notesMaster" Target="/ppt/notesMasters/notesMaster1.xml" Id="Rc883bf4f52bb4ef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02a0b12533d4652" /><Relationship Type="http://schemas.openxmlformats.org/officeDocument/2006/relationships/notesMaster" Target="/ppt/notesMasters/notesMaster1.xml" Id="Rd4e9982ba2ce4fe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a2b291448994228" /><Relationship Type="http://schemas.openxmlformats.org/officeDocument/2006/relationships/notesMaster" Target="/ppt/notesMasters/notesMaster1.xml" Id="R9f0513a2e4b8466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094b72bdef74c83" /><Relationship Type="http://schemas.openxmlformats.org/officeDocument/2006/relationships/notesMaster" Target="/ppt/notesMasters/notesMaster1.xml" Id="Ra72bdd409e70443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dc8badd78394179" /><Relationship Type="http://schemas.openxmlformats.org/officeDocument/2006/relationships/notesMaster" Target="/ppt/notesMasters/notesMaster1.xml" Id="R984fb7a71d654b2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63c71f6521d4306" /><Relationship Type="http://schemas.openxmlformats.org/officeDocument/2006/relationships/notesMaster" Target="/ppt/notesMasters/notesMaster1.xml" Id="R01903857f2b44e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 · CAPÍTULO 1 · CONCEPTO</a:t>
            </a:r>
          </a:p>
          <a:p xmlns:a="http://schemas.openxmlformats.org/drawingml/2006/main">
            <a:r>
              <a:t>Título: Probar comportamiento no determinístico</a:t>
            </a:r>
          </a:p>
          <a:p xmlns:a="http://schemas.openxmlformats.org/drawingml/2006/main">
            <a:r>
              <a:t>Sesión: Hackathon, clínica y Proyecto M2</a:t>
            </a:r>
          </a:p>
          <a:p xmlns:a="http://schemas.openxmlformats.org/drawingml/2006/main">
            <a:r>
              <a:t>Archivo: 07-hackathon-m2-editable.pptx</a:t>
            </a:r>
          </a:p>
          <a:p xmlns:a="http://schemas.openxmlformats.org/drawingml/2006/main">
            <a:r>
              <a:t>Sección que soporta: Objetivos y §0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https://github.com/javierrosado/ariwalab-course-langchain/blob/27c24090f1662f9473b673d2020e7bffee04490b/modulo-2-agentes-avanzados/sesion-07-hackathon-m2/README.md</a:t>
            </a:r>
          </a:p>
          <a:p xmlns:a="http://schemas.openxmlformats.org/drawingml/2006/main">
            <a:r>
              <a:t>Contexto adicional: laboratorios, demos y soluciones de modulo-2-agentes-avanzados/sesion-07-hackathon-m2;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Definir invariantes útiles en lugar de comparar frases completas.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Probar comportamiento no determinístico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Prueba lo que debe mantenerse, no una redacción exacta.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invariante añadirías además del nombre del plan?».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Dato: La respuesta conserva el hecho esperado.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Acción: La tool seleccionada corresponde a la consulta.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Límite: La salida cita cuando corresponde y no expone PII.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Prueba lo que debe mantenerse, no una redacción exacta.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Dato; Acción; Límite.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Cinco respuestas usan redacciones distintas para el mismo plan.</a:t>
            </a:r>
          </a:p>
          <a:p xmlns:a="http://schemas.openxmlformats.org/drawingml/2006/main">
            <a:r>
              <a:t>Criterio: Deben contener el plan correcto consultado.</a:t>
            </a:r>
          </a:p>
          <a:p xmlns:a="http://schemas.openxmlformats.org/drawingml/2006/main">
            <a:r>
              <a:t>Observación: Cuatro cumplen y una omite el dato.</a:t>
            </a:r>
          </a:p>
          <a:p xmlns:a="http://schemas.openxmlformats.org/drawingml/2006/main">
            <a:r>
              <a:t>Resultado: Registrar 4/5 y analizar la ejecución fallida.</a:t>
            </a:r>
          </a:p>
          <a:p xmlns:a="http://schemas.openxmlformats.org/drawingml/2006/main">
            <a:r>
              <a:t>Resultado: El criterio puede ser estable aunque el texto cambie.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invariante añadirías además del nombre del plan?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Prueba lo que debe mantenerse, no una redacción exacta.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Aceptar cualquier texto variable o exigir igualdad literal de toda la respuesta.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S6: controles ante ataques deliberados.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S8: despliegue; S10: evaluación formal · Sigue: Guardrails y estrés: fallos diferentes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 · CAPÍTULO 1 · DESARROLLO</a:t>
            </a:r>
          </a:p>
          <a:p xmlns:a="http://schemas.openxmlformats.org/drawingml/2006/main">
            <a:r>
              <a:t>Título: Repetir para medir</a:t>
            </a:r>
          </a:p>
          <a:p xmlns:a="http://schemas.openxmlformats.org/drawingml/2006/main">
            <a:r>
              <a:t>Sesión: Hackathon, clínica y Proyecto M2</a:t>
            </a:r>
          </a:p>
          <a:p xmlns:a="http://schemas.openxmlformats.org/drawingml/2006/main">
            <a:r>
              <a:t>Archivo: 07-hackathon-m2-editable.pptx</a:t>
            </a:r>
          </a:p>
          <a:p xmlns:a="http://schemas.openxmlformats.org/drawingml/2006/main">
            <a:r>
              <a:t>Sección que soporta: Objetivos y §0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https://github.com/javierrosado/ariwalab-course-langchain/blob/27c24090f1662f9473b673d2020e7bffee04490b/modulo-2-agentes-avanzados/sesion-07-hackathon-m2/README.md</a:t>
            </a:r>
          </a:p>
          <a:p xmlns:a="http://schemas.openxmlformats.org/drawingml/2006/main">
            <a:r>
              <a:t>Contexto adicional: laboratorios, demos y soluciones de modulo-2-agentes-avanzados/sesion-07-hackathon-m2;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Definir invariantes útiles en lugar de comparar frases completas.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Probar comportamiento no determinístico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Prueba lo que debe mantenerse, no una redacción exacta.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Caso: Mantener la consulta y el criterio de aceptación.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Cinco intentos: Registrar cuántas ejecuciones cumplen el criterio.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Lectura: Una tasa observada no equivale a garantía futura.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Aceptar cualquier texto variable o exigir igualdad literal de toda la respuesta.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Caso; Cinco intentos; Lectura.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Cinco respuestas usan redacciones distintas para el mismo plan.</a:t>
            </a:r>
          </a:p>
          <a:p xmlns:a="http://schemas.openxmlformats.org/drawingml/2006/main">
            <a:r>
              <a:t>Criterio: Deben contener el plan correcto consultado.</a:t>
            </a:r>
          </a:p>
          <a:p xmlns:a="http://schemas.openxmlformats.org/drawingml/2006/main">
            <a:r>
              <a:t>Observación: Cuatro cumplen y una omite el dato.</a:t>
            </a:r>
          </a:p>
          <a:p xmlns:a="http://schemas.openxmlformats.org/drawingml/2006/main">
            <a:r>
              <a:t>Resultado: Registrar 4/5 y analizar la ejecución fallida.</a:t>
            </a:r>
          </a:p>
          <a:p xmlns:a="http://schemas.openxmlformats.org/drawingml/2006/main">
            <a:r>
              <a:t>Resultado: El criterio puede ser estable aunque el texto cambie.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invariante añadirías además del nombre del plan?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Prueba lo que debe mantenerse, no una redacción exacta.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Aceptar cualquier texto variable o exigir igualdad literal de toda la respuesta.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S6: controles ante ataques deliberados.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S8: despliegue; S10: evaluación formal · Sigue: Guardrails y estrés: fallos diferentes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3 · CAPÍTULO 1 · EJEMPLO</a:t>
            </a:r>
          </a:p>
          <a:p xmlns:a="http://schemas.openxmlformats.org/drawingml/2006/main">
            <a:r>
              <a:t>Título: AndesMóvil · Probar comportamiento no determinístico</a:t>
            </a:r>
          </a:p>
          <a:p xmlns:a="http://schemas.openxmlformats.org/drawingml/2006/main">
            <a:r>
              <a:t>Sesión: Hackathon, clínica y Proyecto M2</a:t>
            </a:r>
          </a:p>
          <a:p xmlns:a="http://schemas.openxmlformats.org/drawingml/2006/main">
            <a:r>
              <a:t>Archivo: 07-hackathon-m2-editable.pptx</a:t>
            </a:r>
          </a:p>
          <a:p xmlns:a="http://schemas.openxmlformats.org/drawingml/2006/main">
            <a:r>
              <a:t>Sección que soporta: Objetivos y §0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https://github.com/javierrosado/ariwalab-course-langchain/blob/27c24090f1662f9473b673d2020e7bffee04490b/modulo-2-agentes-avanzados/sesion-07-hackathon-m2/README.md</a:t>
            </a:r>
          </a:p>
          <a:p xmlns:a="http://schemas.openxmlformats.org/drawingml/2006/main">
            <a:r>
              <a:t>Contexto adicional: laboratorios, demos y soluciones de modulo-2-agentes-avanzados/sesion-07-hackathon-m2;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Definir invariantes útiles en lugar de comparar frases completas.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Probar comportamiento no determinístico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Prueba lo que debe mantenerse, no una redacción exacta.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Cinco respuestas usan redacciones distintas para el mismo plan.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Criterio: Deben contener el plan correcto consultado.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Observación: Cuatro cumplen y una omite el dato.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Resultado: Registrar 4/5 y analizar la ejecución fallida.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El criterio puede ser estable aunque el texto cambie.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Criterio; Observación; Resultado.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Cinco respuestas usan redacciones distintas para el mismo plan.</a:t>
            </a:r>
          </a:p>
          <a:p xmlns:a="http://schemas.openxmlformats.org/drawingml/2006/main">
            <a:r>
              <a:t>Criterio: Deben contener el plan correcto consultado.</a:t>
            </a:r>
          </a:p>
          <a:p xmlns:a="http://schemas.openxmlformats.org/drawingml/2006/main">
            <a:r>
              <a:t>Observación: Cuatro cumplen y una omite el dato.</a:t>
            </a:r>
          </a:p>
          <a:p xmlns:a="http://schemas.openxmlformats.org/drawingml/2006/main">
            <a:r>
              <a:t>Resultado: Registrar 4/5 y analizar la ejecución fallida.</a:t>
            </a:r>
          </a:p>
          <a:p xmlns:a="http://schemas.openxmlformats.org/drawingml/2006/main">
            <a:r>
              <a:t>Resultado: El criterio puede ser estable aunque el texto cambie.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invariante añadirías además del nombre del plan?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Prueba lo que debe mantenerse, no una redacción exacta.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Aceptar cualquier texto variable o exigir igualdad literal de toda la respuesta.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S6: controles ante ataques deliberados.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S8: despliegue; S10: evaluación formal · Sigue: Guardrails y estrés: fallos diferentes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4 · CAPÍTULO 2 · CONCEPTO</a:t>
            </a:r>
          </a:p>
          <a:p xmlns:a="http://schemas.openxmlformats.org/drawingml/2006/main">
            <a:r>
              <a:t>Título: Guardrails y estrés: fallos diferentes</a:t>
            </a:r>
          </a:p>
          <a:p xmlns:a="http://schemas.openxmlformats.org/drawingml/2006/main">
            <a:r>
              <a:t>Sesión: Hackathon, clínica y Proyecto M2</a:t>
            </a:r>
          </a:p>
          <a:p xmlns:a="http://schemas.openxmlformats.org/drawingml/2006/main">
            <a:r>
              <a:t>Archivo: 07-hackathon-m2-editable.pptx</a:t>
            </a:r>
          </a:p>
          <a:p xmlns:a="http://schemas.openxmlformats.org/drawingml/2006/main">
            <a:r>
              <a:t>Sección que soporta: §1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https://github.com/javierrosado/ariwalab-course-langchain/blob/27c24090f1662f9473b673d2020e7bffee04490b/modulo-2-agentes-avanzados/sesion-07-hackathon-m2/README.md</a:t>
            </a:r>
          </a:p>
          <a:p xmlns:a="http://schemas.openxmlformats.org/drawingml/2006/main">
            <a:r>
              <a:t>Contexto adicional: laboratorios, demos y soluciones de modulo-2-agentes-avanzados/sesion-07-hackathon-m2;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Distinguir un ataque deliberado de una falla operativa o entrada ambigua.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Guardrails y estrés: fallos diferentes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clínica trata el entorno como fuente de fallos.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parte de este caso no cubre un filtro de inyección?».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L6: Explora intentos de inyección, filtración y acciones prohibidas.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L7: Explora servicios caídos, datos ausentes y respuestas malformadas.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Complemento: Ambas pruebas buscan comportamientos manejados y observables.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La clínica trata el entorno como fuente de fallos.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L6; L7; Complemento.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El servicio responde lentamente en mitad de una conversación legítima.</a:t>
            </a:r>
          </a:p>
          <a:p xmlns:a="http://schemas.openxmlformats.org/drawingml/2006/main">
            <a:r>
              <a:t>Distinguir: El usuario no está atacando al agente.</a:t>
            </a:r>
          </a:p>
          <a:p xmlns:a="http://schemas.openxmlformats.org/drawingml/2006/main">
            <a:r>
              <a:t>Manejar: Aplicar timeout y respuesta útil según el contrato.</a:t>
            </a:r>
          </a:p>
          <a:p xmlns:a="http://schemas.openxmlformats.org/drawingml/2006/main">
            <a:r>
              <a:t>Conservar: Mantener contexto sin inventar un estado de pedido.</a:t>
            </a:r>
          </a:p>
          <a:p xmlns:a="http://schemas.openxmlformats.org/drawingml/2006/main">
            <a:r>
              <a:t>Resultado: La resiliencia se prueba también cuando nadie actúa con malicia.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parte de este caso no cubre un filtro de inyección?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clínica trata el entorno como fuente de fallos.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Usar fallos ocultos o aleatorios como sorpresa evaluativa.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S6: controles ante ataques deliberados · Capítulo previo: Probar comportamiento no determinístico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S8: despliegue; S10: evaluación formal · Sigue: Cuatro familias de casos borde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5 · CAPÍTULO 2 · DESARROLLO</a:t>
            </a:r>
          </a:p>
          <a:p xmlns:a="http://schemas.openxmlformats.org/drawingml/2006/main">
            <a:r>
              <a:t>Título: Caos anunciado y controlado</a:t>
            </a:r>
          </a:p>
          <a:p xmlns:a="http://schemas.openxmlformats.org/drawingml/2006/main">
            <a:r>
              <a:t>Sesión: Hackathon, clínica y Proyecto M2</a:t>
            </a:r>
          </a:p>
          <a:p xmlns:a="http://schemas.openxmlformats.org/drawingml/2006/main">
            <a:r>
              <a:t>Archivo: 07-hackathon-m2-editable.pptx</a:t>
            </a:r>
          </a:p>
          <a:p xmlns:a="http://schemas.openxmlformats.org/drawingml/2006/main">
            <a:r>
              <a:t>Sección que soporta: §1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https://github.com/javierrosado/ariwalab-course-langchain/blob/27c24090f1662f9473b673d2020e7bffee04490b/modulo-2-agentes-avanzados/sesion-07-hackathon-m2/README.md</a:t>
            </a:r>
          </a:p>
          <a:p xmlns:a="http://schemas.openxmlformats.org/drawingml/2006/main">
            <a:r>
              <a:t>Contexto adicional: laboratorios, demos y soluciones de modulo-2-agentes-avanzados/sesion-07-hackathon-m2;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Distinguir un ataque deliberado de una falla operativa o entrada ambigua.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Guardrails y estrés: fallos diferentes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clínica trata el entorno como fuente de fallos.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Inicio: El docente anuncia CHAOS_RATE=0.1.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Clínica: Los equipos prueban su propio agente y documentan fallos.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Cierre: La configuración vuelve a 0.0 al terminar.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Usar fallos ocultos o aleatorios como sorpresa evaluativa.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Inicio; Clínica; Cierre.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El servicio responde lentamente en mitad de una conversación legítima.</a:t>
            </a:r>
          </a:p>
          <a:p xmlns:a="http://schemas.openxmlformats.org/drawingml/2006/main">
            <a:r>
              <a:t>Distinguir: El usuario no está atacando al agente.</a:t>
            </a:r>
          </a:p>
          <a:p xmlns:a="http://schemas.openxmlformats.org/drawingml/2006/main">
            <a:r>
              <a:t>Manejar: Aplicar timeout y respuesta útil según el contrato.</a:t>
            </a:r>
          </a:p>
          <a:p xmlns:a="http://schemas.openxmlformats.org/drawingml/2006/main">
            <a:r>
              <a:t>Conservar: Mantener contexto sin inventar un estado de pedido.</a:t>
            </a:r>
          </a:p>
          <a:p xmlns:a="http://schemas.openxmlformats.org/drawingml/2006/main">
            <a:r>
              <a:t>Resultado: La resiliencia se prueba también cuando nadie actúa con malicia.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parte de este caso no cubre un filtro de inyección?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clínica trata el entorno como fuente de fallos.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Usar fallos ocultos o aleatorios como sorpresa evaluativa.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S6: controles ante ataques deliberados · Capítulo previo: Probar comportamiento no determinístico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S8: despliegue; S10: evaluación formal · Sigue: Cuatro familias de casos borde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6 · CAPÍTULO 2 · EJEMPLO</a:t>
            </a:r>
          </a:p>
          <a:p xmlns:a="http://schemas.openxmlformats.org/drawingml/2006/main">
            <a:r>
              <a:t>Título: MercaSur · Guardrails y estrés: fallos diferentes</a:t>
            </a:r>
          </a:p>
          <a:p xmlns:a="http://schemas.openxmlformats.org/drawingml/2006/main">
            <a:r>
              <a:t>Sesión: Hackathon, clínica y Proyecto M2</a:t>
            </a:r>
          </a:p>
          <a:p xmlns:a="http://schemas.openxmlformats.org/drawingml/2006/main">
            <a:r>
              <a:t>Archivo: 07-hackathon-m2-editable.pptx</a:t>
            </a:r>
          </a:p>
          <a:p xmlns:a="http://schemas.openxmlformats.org/drawingml/2006/main">
            <a:r>
              <a:t>Sección que soporta: §1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https://github.com/javierrosado/ariwalab-course-langchain/blob/27c24090f1662f9473b673d2020e7bffee04490b/modulo-2-agentes-avanzados/sesion-07-hackathon-m2/README.md</a:t>
            </a:r>
          </a:p>
          <a:p xmlns:a="http://schemas.openxmlformats.org/drawingml/2006/main">
            <a:r>
              <a:t>Contexto adicional: laboratorios, demos y soluciones de modulo-2-agentes-avanzados/sesion-07-hackathon-m2;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Distinguir un ataque deliberado de una falla operativa o entrada ambigua.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Guardrails y estrés: fallos diferentes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clínica trata el entorno como fuente de fallos.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El servicio responde lentamente en mitad de una conversación legítima.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Distinguir: El usuario no está atacando al agente.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Manejar: Aplicar timeout y respuesta útil según el contrato.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Conservar: Mantener contexto sin inventar un estado de pedido.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La resiliencia se prueba también cuando nadie actúa con malicia.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Distinguir; Manejar; Conservar.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El servicio responde lentamente en mitad de una conversación legítima.</a:t>
            </a:r>
          </a:p>
          <a:p xmlns:a="http://schemas.openxmlformats.org/drawingml/2006/main">
            <a:r>
              <a:t>Distinguir: El usuario no está atacando al agente.</a:t>
            </a:r>
          </a:p>
          <a:p xmlns:a="http://schemas.openxmlformats.org/drawingml/2006/main">
            <a:r>
              <a:t>Manejar: Aplicar timeout y respuesta útil según el contrato.</a:t>
            </a:r>
          </a:p>
          <a:p xmlns:a="http://schemas.openxmlformats.org/drawingml/2006/main">
            <a:r>
              <a:t>Conservar: Mantener contexto sin inventar un estado de pedido.</a:t>
            </a:r>
          </a:p>
          <a:p xmlns:a="http://schemas.openxmlformats.org/drawingml/2006/main">
            <a:r>
              <a:t>Resultado: La resiliencia se prueba también cuando nadie actúa con malicia.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parte de este caso no cubre un filtro de inyección?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clínica trata el entorno como fuente de fallos.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Usar fallos ocultos o aleatorios como sorpresa evaluativa.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S6: controles ante ataques deliberados · Capítulo previo: Probar comportamiento no determinístico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S8: despliegue; S10: evaluación formal · Sigue: Cuatro familias de casos borde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7 · CAPÍTULO 3 · CONCEPTO</a:t>
            </a:r>
          </a:p>
          <a:p xmlns:a="http://schemas.openxmlformats.org/drawingml/2006/main">
            <a:r>
              <a:t>Título: Cuatro familias de casos borde</a:t>
            </a:r>
          </a:p>
          <a:p xmlns:a="http://schemas.openxmlformats.org/drawingml/2006/main">
            <a:r>
              <a:t>Sesión: Hackathon, clínica y Proyecto M2</a:t>
            </a:r>
          </a:p>
          <a:p xmlns:a="http://schemas.openxmlformats.org/drawingml/2006/main">
            <a:r>
              <a:t>Archivo: 07-hackathon-m2-editable.pptx</a:t>
            </a:r>
          </a:p>
          <a:p xmlns:a="http://schemas.openxmlformats.org/drawingml/2006/main">
            <a:r>
              <a:t>Sección que soporta: §0 y §2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https://github.com/javierrosado/ariwalab-course-langchain/blob/27c24090f1662f9473b673d2020e7bffee04490b/modulo-2-agentes-avanzados/sesion-07-hackathon-m2/README.md</a:t>
            </a:r>
          </a:p>
          <a:p xmlns:a="http://schemas.openxmlformats.org/drawingml/2006/main">
            <a:r>
              <a:t>Contexto adicional: laboratorios, demos y soluciones de modulo-2-agentes-avanzados/sesion-07-hackathon-m2;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Explorar ambigüedad, ausencia de datos, caída de servicio y contrato inválido.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Cuatro familias de casos borde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prueba de estrés debe localizar un comportamiento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«¿Por qué conviene forzar el fallo después de encontrarlo al azar?».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Intención y datos: Dos tareas en un turno o un identificador inexistente.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Servicio: Timeout, error500, error503 o lentitud.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Formato: Respuesta vacía, malformada o fuera del esquema.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La prueba de estrés debe localizar un comportamiento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Intención y datos; Servicio; Formato.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En el cuarto turno, la consulta de movimientos recibe un 503.</a:t>
            </a:r>
          </a:p>
          <a:p xmlns:a="http://schemas.openxmlformats.org/drawingml/2006/main">
            <a:r>
              <a:t>Reproducir: Forzar error503 para aislar la situación.</a:t>
            </a:r>
          </a:p>
          <a:p xmlns:a="http://schemas.openxmlformats.org/drawingml/2006/main">
            <a:r>
              <a:t>Observar: Comprobar si conserva el hilo y evita repetir sin límite.</a:t>
            </a:r>
          </a:p>
          <a:p xmlns:a="http://schemas.openxmlformats.org/drawingml/2006/main">
            <a:r>
              <a:t>Resolver: Responder que la consulta no pudo completarse y aplicar la política prevista.</a:t>
            </a:r>
          </a:p>
          <a:p xmlns:a="http://schemas.openxmlformats.org/drawingml/2006/main">
            <a:r>
              <a:t>Resultado: Un caso reproducible permite comprobar que la corrección aborda la causa.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¿Por qué conviene forzar el fallo después de encontrarlo al azar?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prueba de estrés debe localizar un comportamiento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Afirmar que el modo aleatorio usa indistintamente los seis fallos.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S6: controles ante ataques deliberados · Capítulo previo: Guardrails y estrés: fallos diferentes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S8: despliegue; S10: evaluación formal · Sigue: Clínica de 45 minutos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8 · CAPÍTULO 3 · DESARROLLO</a:t>
            </a:r>
          </a:p>
          <a:p xmlns:a="http://schemas.openxmlformats.org/drawingml/2006/main">
            <a:r>
              <a:t>Título: Forzar y documentar el fallo</a:t>
            </a:r>
          </a:p>
          <a:p xmlns:a="http://schemas.openxmlformats.org/drawingml/2006/main">
            <a:r>
              <a:t>Sesión: Hackathon, clínica y Proyecto M2</a:t>
            </a:r>
          </a:p>
          <a:p xmlns:a="http://schemas.openxmlformats.org/drawingml/2006/main">
            <a:r>
              <a:t>Archivo: 07-hackathon-m2-editable.pptx</a:t>
            </a:r>
          </a:p>
          <a:p xmlns:a="http://schemas.openxmlformats.org/drawingml/2006/main">
            <a:r>
              <a:t>Sección que soporta: §0 y §2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https://github.com/javierrosado/ariwalab-course-langchain/blob/27c24090f1662f9473b673d2020e7bffee04490b/modulo-2-agentes-avanzados/sesion-07-hackathon-m2/README.md</a:t>
            </a:r>
          </a:p>
          <a:p xmlns:a="http://schemas.openxmlformats.org/drawingml/2006/main">
            <a:r>
              <a:t>Contexto adicional: laboratorios, demos y soluciones de modulo-2-agentes-avanzados/sesion-07-hackathon-m2;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Explorar ambigüedad, ausencia de datos, caída de servicio y contrato inválido.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Cuatro familias de casos borde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prueba de estrés debe localizar un comportamiento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Dirigido: ?_fallo=&lt;nombre&gt; permite solicitar uno de los seis fallos del simulador.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Aleatorio: CHAOS_RATE sin _fallo inyecta error503 o lento.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Evidencia: Registrar entrada, turno, fallo, resultado y solución.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Afirmar que el modo aleatorio usa indistintamente los seis fallos.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Dirigido; Aleatorio; Evidencia.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En el cuarto turno, la consulta de movimientos recibe un 503.</a:t>
            </a:r>
          </a:p>
          <a:p xmlns:a="http://schemas.openxmlformats.org/drawingml/2006/main">
            <a:r>
              <a:t>Reproducir: Forzar error503 para aislar la situación.</a:t>
            </a:r>
          </a:p>
          <a:p xmlns:a="http://schemas.openxmlformats.org/drawingml/2006/main">
            <a:r>
              <a:t>Observar: Comprobar si conserva el hilo y evita repetir sin límite.</a:t>
            </a:r>
          </a:p>
          <a:p xmlns:a="http://schemas.openxmlformats.org/drawingml/2006/main">
            <a:r>
              <a:t>Resolver: Responder que la consulta no pudo completarse y aplicar la política prevista.</a:t>
            </a:r>
          </a:p>
          <a:p xmlns:a="http://schemas.openxmlformats.org/drawingml/2006/main">
            <a:r>
              <a:t>Resultado: Un caso reproducible permite comprobar que la corrección aborda la causa.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¿Por qué conviene forzar el fallo después de encontrarlo al azar?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prueba de estrés debe localizar un comportamiento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Afirmar que el modo aleatorio usa indistintamente los seis fallos.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S6: controles ante ataques deliberados · Capítulo previo: Guardrails y estrés: fallos diferentes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S8: despliegue; S10: evaluación formal · Sigue: Clínica de 45 minutos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9 · CAPÍTULO 3 · EJEMPLO</a:t>
            </a:r>
          </a:p>
          <a:p xmlns:a="http://schemas.openxmlformats.org/drawingml/2006/main">
            <a:r>
              <a:t>Título: Banco Inti · Cuatro familias de casos borde</a:t>
            </a:r>
          </a:p>
          <a:p xmlns:a="http://schemas.openxmlformats.org/drawingml/2006/main">
            <a:r>
              <a:t>Sesión: Hackathon, clínica y Proyecto M2</a:t>
            </a:r>
          </a:p>
          <a:p xmlns:a="http://schemas.openxmlformats.org/drawingml/2006/main">
            <a:r>
              <a:t>Archivo: 07-hackathon-m2-editable.pptx</a:t>
            </a:r>
          </a:p>
          <a:p xmlns:a="http://schemas.openxmlformats.org/drawingml/2006/main">
            <a:r>
              <a:t>Sección que soporta: §0 y §2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https://github.com/javierrosado/ariwalab-course-langchain/blob/27c24090f1662f9473b673d2020e7bffee04490b/modulo-2-agentes-avanzados/sesion-07-hackathon-m2/README.md</a:t>
            </a:r>
          </a:p>
          <a:p xmlns:a="http://schemas.openxmlformats.org/drawingml/2006/main">
            <a:r>
              <a:t>Contexto adicional: laboratorios, demos y soluciones de modulo-2-agentes-avanzados/sesion-07-hackathon-m2;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Explorar ambigüedad, ausencia de datos, caída de servicio y contrato inválido.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Cuatro familias de casos borde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prueba de estrés debe localizar un comportamiento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En el cuarto turno, la consulta de movimientos recibe un 503.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Reproducir: Forzar error503 para aislar la situación.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Observar: Comprobar si conserva el hilo y evita repetir sin límite.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Resolver: Responder que la consulta no pudo completarse y aplicar la política prevista.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Un caso reproducible permite comprobar que la corrección aborda la causa.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Reproducir; Observar; Resolver.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En el cuarto turno, la consulta de movimientos recibe un 503.</a:t>
            </a:r>
          </a:p>
          <a:p xmlns:a="http://schemas.openxmlformats.org/drawingml/2006/main">
            <a:r>
              <a:t>Reproducir: Forzar error503 para aislar la situación.</a:t>
            </a:r>
          </a:p>
          <a:p xmlns:a="http://schemas.openxmlformats.org/drawingml/2006/main">
            <a:r>
              <a:t>Observar: Comprobar si conserva el hilo y evita repetir sin límite.</a:t>
            </a:r>
          </a:p>
          <a:p xmlns:a="http://schemas.openxmlformats.org/drawingml/2006/main">
            <a:r>
              <a:t>Resolver: Responder que la consulta no pudo completarse y aplicar la política prevista.</a:t>
            </a:r>
          </a:p>
          <a:p xmlns:a="http://schemas.openxmlformats.org/drawingml/2006/main">
            <a:r>
              <a:t>Resultado: Un caso reproducible permite comprobar que la corrección aborda la causa.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¿Por qué conviene forzar el fallo después de encontrarlo al azar?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prueba de estrés debe localizar un comportamiento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Afirmar que el modo aleatorio usa indistintamente los seis fallos.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S6: controles ante ataques deliberados · Capítulo previo: Guardrails y estrés: fallos diferentes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S8: despliegue; S10: evaluación formal · Sigue: Clínica de 45 minutos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10 · CAPÍTULO 4 · CONCEPTO</a:t>
            </a:r>
          </a:p>
          <a:p xmlns:a="http://schemas.openxmlformats.org/drawingml/2006/main">
            <a:r>
              <a:t>Título: Clínica de 45 minutos</a:t>
            </a:r>
          </a:p>
          <a:p xmlns:a="http://schemas.openxmlformats.org/drawingml/2006/main">
            <a:r>
              <a:t>Sesión: Hackathon, clínica y Proyecto M2</a:t>
            </a:r>
          </a:p>
          <a:p xmlns:a="http://schemas.openxmlformats.org/drawingml/2006/main">
            <a:r>
              <a:t>Archivo: 07-hackathon-m2-editable.pptx</a:t>
            </a:r>
          </a:p>
          <a:p xmlns:a="http://schemas.openxmlformats.org/drawingml/2006/main">
            <a:r>
              <a:t>Sección que soporta: §2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https://github.com/javierrosado/ariwalab-course-langchain/blob/27c24090f1662f9473b673d2020e7bffee04490b/modulo-2-agentes-avanzados/sesion-07-hackathon-m2/README.md</a:t>
            </a:r>
          </a:p>
          <a:p xmlns:a="http://schemas.openxmlformats.org/drawingml/2006/main">
            <a:r>
              <a:t>Contexto adicional: laboratorios, demos y soluciones de modulo-2-agentes-avanzados/sesion-07-hackathon-m2;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Organizar la exploración para terminar con casos resueltos y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Clínica de 45 minutos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clínica termina con evidencia de corrección, no con una lista de síntomas.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variación usarías para verificar que la solución se generaliza?».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Minutos 0–20: Entrada ambigua y dato ausente en conversación.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Minutos 20–40: Servicio caído y salida fuera de formato.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Minutos 40–45: Elegir el peor fallo resuelto para abrir la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La clínica termina con evidencia de corrección, no con una lista de síntomas.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Minutos 0–20; Minutos 20–40; Minutos 40–45.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El agente responde solo una de dos preguntas sobre póliza y siniestro.</a:t>
            </a:r>
          </a:p>
          <a:p xmlns:a="http://schemas.openxmlformats.org/drawingml/2006/main">
            <a:r>
              <a:t>Hallazgo: La segunda intención queda sin atender.</a:t>
            </a:r>
          </a:p>
          <a:p xmlns:a="http://schemas.openxmlformats.org/drawingml/2006/main">
            <a:r>
              <a:t>Solución: Hacer explícito qué resolvió y qué falta consultar.</a:t>
            </a:r>
          </a:p>
          <a:p xmlns:a="http://schemas.openxmlformats.org/drawingml/2006/main">
            <a:r>
              <a:t>Prueba: Repetir con el orden de preguntas invertido.</a:t>
            </a:r>
          </a:p>
          <a:p xmlns:a="http://schemas.openxmlformats.org/drawingml/2006/main">
            <a:r>
              <a:t>Resultado: Documentar diez fallos sin resolverlos no completa el objetivo del laboratorio.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variación usarías para verificar que la solución se generaliza?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clínica termina con evidencia de corrección, no con una lista de síntomas.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incidente encontrado con caso resuelto.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S6: controles ante ataques deliberados · Capítulo previo: Cuatro familias de casos borde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S8: despliegue; S10: evaluación formal · Sigue: Demo y argumentación del Proyecto M2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11 · CAPÍTULO 4 · DESARROLLO</a:t>
            </a:r>
          </a:p>
          <a:p xmlns:a="http://schemas.openxmlformats.org/drawingml/2006/main">
            <a:r>
              <a:t>Título: De hallazgo a caso resuelto</a:t>
            </a:r>
          </a:p>
          <a:p xmlns:a="http://schemas.openxmlformats.org/drawingml/2006/main">
            <a:r>
              <a:t>Sesión: Hackathon, clínica y Proyecto M2</a:t>
            </a:r>
          </a:p>
          <a:p xmlns:a="http://schemas.openxmlformats.org/drawingml/2006/main">
            <a:r>
              <a:t>Archivo: 07-hackathon-m2-editable.pptx</a:t>
            </a:r>
          </a:p>
          <a:p xmlns:a="http://schemas.openxmlformats.org/drawingml/2006/main">
            <a:r>
              <a:t>Sección que soporta: §2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https://github.com/javierrosado/ariwalab-course-langchain/blob/27c24090f1662f9473b673d2020e7bffee04490b/modulo-2-agentes-avanzados/sesion-07-hackathon-m2/README.md</a:t>
            </a:r>
          </a:p>
          <a:p xmlns:a="http://schemas.openxmlformats.org/drawingml/2006/main">
            <a:r>
              <a:t>Contexto adicional: laboratorios, demos y soluciones de modulo-2-agentes-avanzados/sesion-07-hackathon-m2;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Organizar la exploración para terminar con casos resueltos y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Clínica de 45 minutos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clínica termina con evidencia de corrección, no con una lista de síntomas.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Reproducir: Conservar la entrada y el estado que disparan el fallo.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Corregir: Aplicar un cambio relacionado con la causa.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Verificar: Repetir el caso y revisar efectos sobre consultas cercanas.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Confundir incidente encontrado con caso resuelto.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Reproducir; Corregir; Verificar.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El agente responde solo una de dos preguntas sobre póliza y siniestro.</a:t>
            </a:r>
          </a:p>
          <a:p xmlns:a="http://schemas.openxmlformats.org/drawingml/2006/main">
            <a:r>
              <a:t>Hallazgo: La segunda intención queda sin atender.</a:t>
            </a:r>
          </a:p>
          <a:p xmlns:a="http://schemas.openxmlformats.org/drawingml/2006/main">
            <a:r>
              <a:t>Solución: Hacer explícito qué resolvió y qué falta consultar.</a:t>
            </a:r>
          </a:p>
          <a:p xmlns:a="http://schemas.openxmlformats.org/drawingml/2006/main">
            <a:r>
              <a:t>Prueba: Repetir con el orden de preguntas invertido.</a:t>
            </a:r>
          </a:p>
          <a:p xmlns:a="http://schemas.openxmlformats.org/drawingml/2006/main">
            <a:r>
              <a:t>Resultado: Documentar diez fallos sin resolverlos no completa el objetivo del laboratorio.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variación usarías para verificar que la solución se generaliza?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clínica termina con evidencia de corrección, no con una lista de síntomas.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incidente encontrado con caso resuelto.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S6: controles ante ataques deliberados · Capítulo previo: Cuatro familias de casos borde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S8: despliegue; S10: evaluación formal · Sigue: Demo y argumentación del Proyecto M2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12 · CAPÍTULO 4 · EJEMPLO</a:t>
            </a:r>
          </a:p>
          <a:p xmlns:a="http://schemas.openxmlformats.org/drawingml/2006/main">
            <a:r>
              <a:t>Título: Andina Seguros · Clínica de 45 minutos</a:t>
            </a:r>
          </a:p>
          <a:p xmlns:a="http://schemas.openxmlformats.org/drawingml/2006/main">
            <a:r>
              <a:t>Sesión: Hackathon, clínica y Proyecto M2</a:t>
            </a:r>
          </a:p>
          <a:p xmlns:a="http://schemas.openxmlformats.org/drawingml/2006/main">
            <a:r>
              <a:t>Archivo: 07-hackathon-m2-editable.pptx</a:t>
            </a:r>
          </a:p>
          <a:p xmlns:a="http://schemas.openxmlformats.org/drawingml/2006/main">
            <a:r>
              <a:t>Sección que soporta: §2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https://github.com/javierrosado/ariwalab-course-langchain/blob/27c24090f1662f9473b673d2020e7bffee04490b/modulo-2-agentes-avanzados/sesion-07-hackathon-m2/README.md</a:t>
            </a:r>
          </a:p>
          <a:p xmlns:a="http://schemas.openxmlformats.org/drawingml/2006/main">
            <a:r>
              <a:t>Contexto adicional: laboratorios, demos y soluciones de modulo-2-agentes-avanzados/sesion-07-hackathon-m2;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Organizar la exploración para terminar con casos resueltos y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Clínica de 45 minutos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clínica termina con evidencia de corrección, no con una lista de síntomas.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El agente responde solo una de dos preguntas sobre póliza y siniestro.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Hallazgo: La segunda intención queda sin atender.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Solución: Hacer explícito qué resolvió y qué falta consultar.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Prueba: Repetir con el orden de preguntas invertido.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Documentar diez fallos sin resolverlos no completa el objetivo del laboratorio.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Hallazgo; Solución; Prueba.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El agente responde solo una de dos preguntas sobre póliza y siniestro.</a:t>
            </a:r>
          </a:p>
          <a:p xmlns:a="http://schemas.openxmlformats.org/drawingml/2006/main">
            <a:r>
              <a:t>Hallazgo: La segunda intención queda sin atender.</a:t>
            </a:r>
          </a:p>
          <a:p xmlns:a="http://schemas.openxmlformats.org/drawingml/2006/main">
            <a:r>
              <a:t>Solución: Hacer explícito qué resolvió y qué falta consultar.</a:t>
            </a:r>
          </a:p>
          <a:p xmlns:a="http://schemas.openxmlformats.org/drawingml/2006/main">
            <a:r>
              <a:t>Prueba: Repetir con el orden de preguntas invertido.</a:t>
            </a:r>
          </a:p>
          <a:p xmlns:a="http://schemas.openxmlformats.org/drawingml/2006/main">
            <a:r>
              <a:t>Resultado: Documentar diez fallos sin resolverlos no completa el objetivo del laboratorio.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variación usarías para verificar que la solución se generaliza?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clínica termina con evidencia de corrección, no con una lista de síntomas.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incidente encontrado con caso resuelto.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S6: controles ante ataques deliberados · Capítulo previo: Cuatro familias de casos borde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S8: despliegue; S10: evaluación formal · Sigue: Demo y argumentación del Proyecto M2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13 · CAPÍTULO 5 · CONCEPTO</a:t>
            </a:r>
          </a:p>
          <a:p xmlns:a="http://schemas.openxmlformats.org/drawingml/2006/main">
            <a:r>
              <a:t>Título: Demo y argumentación del Proyecto M2</a:t>
            </a:r>
          </a:p>
          <a:p xmlns:a="http://schemas.openxmlformats.org/drawingml/2006/main">
            <a:r>
              <a:t>Sesión: Hackathon, clínica y Proyecto M2</a:t>
            </a:r>
          </a:p>
          <a:p xmlns:a="http://schemas.openxmlformats.org/drawingml/2006/main">
            <a:r>
              <a:t>Archivo: 07-hackathon-m2-editable.pptx</a:t>
            </a:r>
          </a:p>
          <a:p xmlns:a="http://schemas.openxmlformats.org/drawingml/2006/main">
            <a:r>
              <a:t>Sección que soporta: §3 y §4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https://github.com/javierrosado/ariwalab-course-langchain/blob/27c24090f1662f9473b673d2020e7bffee04490b/modulo-2-agentes-avanzados/sesion-07-hackathon-m2/README.md</a:t>
            </a:r>
          </a:p>
          <a:p xmlns:a="http://schemas.openxmlformats.org/drawingml/2006/main">
            <a:r>
              <a:t>Contexto adicional: laboratorios, demos y soluciones de modulo-2-agentes-avanzados/sesion-07-hackathon-m2;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Mostrar el peor fallo resuelto y justificar la decisión que lo corrigió.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Demo y argumentación del Proyecto M2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Una buena sustentación conecta el diseño con evidencia observable.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pregunta técnica harías al equipo sobre su corrección?».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Problema: Qué ocurrió y por qué importa para el usuario.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Cambio: Qué decisión de diseño se aplicó.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Evidencia: Cómo se comprobó la mejora y qué límite permanece.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Una buena sustentación conecta el diseño con evidencia observable.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Problema; Cambio; Evidencia.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Un timeout podía provocar una devolución duplicada.</a:t>
            </a:r>
          </a:p>
          <a:p xmlns:a="http://schemas.openxmlformats.org/drawingml/2006/main">
            <a:r>
              <a:t>Mostrar: Describir la secuencia que repetía la operación.</a:t>
            </a:r>
          </a:p>
          <a:p xmlns:a="http://schemas.openxmlformats.org/drawingml/2006/main">
            <a:r>
              <a:t>Corregir: Separar reintento técnico y efecto de negocio.</a:t>
            </a:r>
          </a:p>
          <a:p xmlns:a="http://schemas.openxmlformats.org/drawingml/2006/main">
            <a:r>
              <a:t>Probar: Verificar que repetir la solicitud no duplica el efecto previsto.</a:t>
            </a:r>
          </a:p>
          <a:p xmlns:a="http://schemas.openxmlformats.org/drawingml/2006/main">
            <a:r>
              <a:t>Resultado: La demo muestra conocimiento de los fallos y de sus consecuencias.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pregunta técnica harías al equipo sobre su corrección?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Una buena sustentación conecta el diseño con evidencia observable.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Abrir únicamente con el caso feliz y ocultar los límites.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S6: controles ante ataques deliberados · Capítulo previo: Clínica de 45 minutos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S8: despliegue; S10: evaluación formal · Sigue: Cerrar M2 y preparar producción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14 · CAPÍTULO 5 · DESARROLLO</a:t>
            </a:r>
          </a:p>
          <a:p xmlns:a="http://schemas.openxmlformats.org/drawingml/2006/main">
            <a:r>
              <a:t>Título: Preparar una exposición breve</a:t>
            </a:r>
          </a:p>
          <a:p xmlns:a="http://schemas.openxmlformats.org/drawingml/2006/main">
            <a:r>
              <a:t>Sesión: Hackathon, clínica y Proyecto M2</a:t>
            </a:r>
          </a:p>
          <a:p xmlns:a="http://schemas.openxmlformats.org/drawingml/2006/main">
            <a:r>
              <a:t>Archivo: 07-hackathon-m2-editable.pptx</a:t>
            </a:r>
          </a:p>
          <a:p xmlns:a="http://schemas.openxmlformats.org/drawingml/2006/main">
            <a:r>
              <a:t>Sección que soporta: §3 y §4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https://github.com/javierrosado/ariwalab-course-langchain/blob/27c24090f1662f9473b673d2020e7bffee04490b/modulo-2-agentes-avanzados/sesion-07-hackathon-m2/README.md</a:t>
            </a:r>
          </a:p>
          <a:p xmlns:a="http://schemas.openxmlformats.org/drawingml/2006/main">
            <a:r>
              <a:t>Contexto adicional: laboratorios, demos y soluciones de modulo-2-agentes-avanzados/sesion-07-hackathon-m2;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Mostrar el peor fallo resuelto y justificar la decisión que lo corrigió.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Demo y argumentación del Proyecto M2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Una buena sustentación conecta el diseño con evidencia observable.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Abrir: Mostrar el caso que antes fallaba.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Demostrar: Ejecutar el comportamiento corregido.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Argumentar: Explicar criterio, alternativa y resultado sin narrar todo el código.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Abrir únicamente con el caso feliz y ocultar los límites.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Abrir; Demostrar; Argumentar.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Un timeout podía provocar una devolución duplicada.</a:t>
            </a:r>
          </a:p>
          <a:p xmlns:a="http://schemas.openxmlformats.org/drawingml/2006/main">
            <a:r>
              <a:t>Mostrar: Describir la secuencia que repetía la operación.</a:t>
            </a:r>
          </a:p>
          <a:p xmlns:a="http://schemas.openxmlformats.org/drawingml/2006/main">
            <a:r>
              <a:t>Corregir: Separar reintento técnico y efecto de negocio.</a:t>
            </a:r>
          </a:p>
          <a:p xmlns:a="http://schemas.openxmlformats.org/drawingml/2006/main">
            <a:r>
              <a:t>Probar: Verificar que repetir la solicitud no duplica el efecto previsto.</a:t>
            </a:r>
          </a:p>
          <a:p xmlns:a="http://schemas.openxmlformats.org/drawingml/2006/main">
            <a:r>
              <a:t>Resultado: La demo muestra conocimiento de los fallos y de sus consecuencias.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pregunta técnica harías al equipo sobre su corrección?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Una buena sustentación conecta el diseño con evidencia observable.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Abrir únicamente con el caso feliz y ocultar los límites.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S6: controles ante ataques deliberados · Capítulo previo: Clínica de 45 minutos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S8: despliegue; S10: evaluación formal · Sigue: Cerrar M2 y preparar producción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15 · CAPÍTULO 5 · EJEMPLO</a:t>
            </a:r>
          </a:p>
          <a:p xmlns:a="http://schemas.openxmlformats.org/drawingml/2006/main">
            <a:r>
              <a:t>Título: MercaSur · Demo y argumentación del Proyecto M2</a:t>
            </a:r>
          </a:p>
          <a:p xmlns:a="http://schemas.openxmlformats.org/drawingml/2006/main">
            <a:r>
              <a:t>Sesión: Hackathon, clínica y Proyecto M2</a:t>
            </a:r>
          </a:p>
          <a:p xmlns:a="http://schemas.openxmlformats.org/drawingml/2006/main">
            <a:r>
              <a:t>Archivo: 07-hackathon-m2-editable.pptx</a:t>
            </a:r>
          </a:p>
          <a:p xmlns:a="http://schemas.openxmlformats.org/drawingml/2006/main">
            <a:r>
              <a:t>Sección que soporta: §3 y §4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https://github.com/javierrosado/ariwalab-course-langchain/blob/27c24090f1662f9473b673d2020e7bffee04490b/modulo-2-agentes-avanzados/sesion-07-hackathon-m2/README.md</a:t>
            </a:r>
          </a:p>
          <a:p xmlns:a="http://schemas.openxmlformats.org/drawingml/2006/main">
            <a:r>
              <a:t>Contexto adicional: laboratorios, demos y soluciones de modulo-2-agentes-avanzados/sesion-07-hackathon-m2;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Mostrar el peor fallo resuelto y justificar la decisión que lo corrigió.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Demo y argumentación del Proyecto M2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Una buena sustentación conecta el diseño con evidencia observable.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Un timeout podía provocar una devolución duplicada.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Mostrar: Describir la secuencia que repetía la operación.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Corregir: Separar reintento técnico y efecto de negocio.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Probar: Verificar que repetir la solicitud no duplica el efecto previsto.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La demo muestra conocimiento de los fallos y de sus consecuencias.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Mostrar; Corregir; Probar.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Un timeout podía provocar una devolución duplicada.</a:t>
            </a:r>
          </a:p>
          <a:p xmlns:a="http://schemas.openxmlformats.org/drawingml/2006/main">
            <a:r>
              <a:t>Mostrar: Describir la secuencia que repetía la operación.</a:t>
            </a:r>
          </a:p>
          <a:p xmlns:a="http://schemas.openxmlformats.org/drawingml/2006/main">
            <a:r>
              <a:t>Corregir: Separar reintento técnico y efecto de negocio.</a:t>
            </a:r>
          </a:p>
          <a:p xmlns:a="http://schemas.openxmlformats.org/drawingml/2006/main">
            <a:r>
              <a:t>Probar: Verificar que repetir la solicitud no duplica el efecto previsto.</a:t>
            </a:r>
          </a:p>
          <a:p xmlns:a="http://schemas.openxmlformats.org/drawingml/2006/main">
            <a:r>
              <a:t>Resultado: La demo muestra conocimiento de los fallos y de sus consecuencias.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pregunta técnica harías al equipo sobre su corrección?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Una buena sustentación conecta el diseño con evidencia observable.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Abrir únicamente con el caso feliz y ocultar los límites.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S6: controles ante ataques deliberados · Capítulo previo: Clínica de 45 minutos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S8: despliegue; S10: evaluación formal · Sigue: Cerrar M2 y preparar producción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16 · CAPÍTULO 6 · CONCEPTO</a:t>
            </a:r>
          </a:p>
          <a:p xmlns:a="http://schemas.openxmlformats.org/drawingml/2006/main">
            <a:r>
              <a:t>Título: Cerrar M2 y preparar producción</a:t>
            </a:r>
          </a:p>
          <a:p xmlns:a="http://schemas.openxmlformats.org/drawingml/2006/main">
            <a:r>
              <a:t>Sesión: Hackathon, clínica y Proyecto M2</a:t>
            </a:r>
          </a:p>
          <a:p xmlns:a="http://schemas.openxmlformats.org/drawingml/2006/main">
            <a:r>
              <a:t>Archivo: 07-hackathon-m2-editable.pptx</a:t>
            </a:r>
          </a:p>
          <a:p xmlns:a="http://schemas.openxmlformats.org/drawingml/2006/main">
            <a:r>
              <a:t>Sección que soporta: §4–§5 y lab/README.md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https://github.com/javierrosado/ariwalab-course-langchain/blob/27c24090f1662f9473b673d2020e7bffee04490b/modulo-2-agentes-avanzados/sesion-07-hackathon-m2/README.md</a:t>
            </a:r>
          </a:p>
          <a:p xmlns:a="http://schemas.openxmlformats.org/drawingml/2006/main">
            <a:r>
              <a:t>Contexto adicional: laboratorios, demos y soluciones de modulo-2-agentes-avanzados/sesion-07-hackathon-m2;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Consolidar un checkpoint probado antes de desplegarlo.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Cerrar M2 y preparar producción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calidad del despliegue empieza antes de subir el código.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dependencia oculta podría romper el arranque en la nube?».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Agente integrado: Tools, RAG, memoria y guardrails.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Casos borde: Al menos diez documentados y resueltos.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Diseño: Explicación de decisiones y alcance del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La calidad del despliegue empieza antes de subir el código.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Agente integrado; Casos borde; Diseño.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La demo funciona solo en la laptop de una persona.</a:t>
            </a:r>
          </a:p>
          <a:p xmlns:a="http://schemas.openxmlformats.org/drawingml/2006/main">
            <a:r>
              <a:t>Detectar: Faltan dependencias o variables documentadas.</a:t>
            </a:r>
          </a:p>
          <a:p xmlns:a="http://schemas.openxmlformats.org/drawingml/2006/main">
            <a:r>
              <a:t>Completar: Revisar el entorno y los pasos de arranque.</a:t>
            </a:r>
          </a:p>
          <a:p xmlns:a="http://schemas.openxmlformats.org/drawingml/2006/main">
            <a:r>
              <a:t>Comprobar: Otro integrante ejecuta el mismo caso y sus pruebas.</a:t>
            </a:r>
          </a:p>
          <a:p xmlns:a="http://schemas.openxmlformats.org/drawingml/2006/main">
            <a:r>
              <a:t>Resultado: Un checkpoint reproducible es una mejor base para el contenedor de S8.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dependencia oculta podría romper el arranque en la nube?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calidad del despliegue empieza antes de subir el código.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una demo local exitosa con disponibilidad en producción.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S6: controles ante ataques deliberados · Capítulo previo: Demo y argumentación del Proyecto M2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S8: despliegue; S10: evaluación formal.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17 · CAPÍTULO 6 · DESARROLLO</a:t>
            </a:r>
          </a:p>
          <a:p xmlns:a="http://schemas.openxmlformats.org/drawingml/2006/main">
            <a:r>
              <a:t>Título: Preparar el salto a S8</a:t>
            </a:r>
          </a:p>
          <a:p xmlns:a="http://schemas.openxmlformats.org/drawingml/2006/main">
            <a:r>
              <a:t>Sesión: Hackathon, clínica y Proyecto M2</a:t>
            </a:r>
          </a:p>
          <a:p xmlns:a="http://schemas.openxmlformats.org/drawingml/2006/main">
            <a:r>
              <a:t>Archivo: 07-hackathon-m2-editable.pptx</a:t>
            </a:r>
          </a:p>
          <a:p xmlns:a="http://schemas.openxmlformats.org/drawingml/2006/main">
            <a:r>
              <a:t>Sección que soporta: §4–§5 y lab/README.md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https://github.com/javierrosado/ariwalab-course-langchain/blob/27c24090f1662f9473b673d2020e7bffee04490b/modulo-2-agentes-avanzados/sesion-07-hackathon-m2/README.md</a:t>
            </a:r>
          </a:p>
          <a:p xmlns:a="http://schemas.openxmlformats.org/drawingml/2006/main">
            <a:r>
              <a:t>Contexto adicional: laboratorios, demos y soluciones de modulo-2-agentes-avanzados/sesion-07-hackathon-m2;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Consolidar un checkpoint probado antes de desplegarlo.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Cerrar M2 y preparar producción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calidad del despliegue empieza antes de subir el código.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Reproducibilidad: Otro integrante puede ejecutar el checkpoint.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Configuración: Separar secretos y valores por entorno.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Límites: Registrar qué depende de memoria del proceso o servicios externos.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Confundir una demo local exitosa con disponibilidad en producción.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Reproducibilidad; Configuración; Límites.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La demo funciona solo en la laptop de una persona.</a:t>
            </a:r>
          </a:p>
          <a:p xmlns:a="http://schemas.openxmlformats.org/drawingml/2006/main">
            <a:r>
              <a:t>Detectar: Faltan dependencias o variables documentadas.</a:t>
            </a:r>
          </a:p>
          <a:p xmlns:a="http://schemas.openxmlformats.org/drawingml/2006/main">
            <a:r>
              <a:t>Completar: Revisar el entorno y los pasos de arranque.</a:t>
            </a:r>
          </a:p>
          <a:p xmlns:a="http://schemas.openxmlformats.org/drawingml/2006/main">
            <a:r>
              <a:t>Comprobar: Otro integrante ejecuta el mismo caso y sus pruebas.</a:t>
            </a:r>
          </a:p>
          <a:p xmlns:a="http://schemas.openxmlformats.org/drawingml/2006/main">
            <a:r>
              <a:t>Resultado: Un checkpoint reproducible es una mejor base para el contenedor de S8.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dependencia oculta podría romper el arranque en la nube?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calidad del despliegue empieza antes de subir el código.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una demo local exitosa con disponibilidad en producción.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S6: controles ante ataques deliberados · Capítulo previo: Demo y argumentación del Proyecto M2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S8: despliegue; S10: evaluación formal.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18 · CAPÍTULO 6 · EJEMPLO</a:t>
            </a:r>
          </a:p>
          <a:p xmlns:a="http://schemas.openxmlformats.org/drawingml/2006/main">
            <a:r>
              <a:t>Título: AndesMóvil · Cerrar M2 y preparar producción</a:t>
            </a:r>
          </a:p>
          <a:p xmlns:a="http://schemas.openxmlformats.org/drawingml/2006/main">
            <a:r>
              <a:t>Sesión: Hackathon, clínica y Proyecto M2</a:t>
            </a:r>
          </a:p>
          <a:p xmlns:a="http://schemas.openxmlformats.org/drawingml/2006/main">
            <a:r>
              <a:t>Archivo: 07-hackathon-m2-editable.pptx</a:t>
            </a:r>
          </a:p>
          <a:p xmlns:a="http://schemas.openxmlformats.org/drawingml/2006/main">
            <a:r>
              <a:t>Sección que soporta: §4–§5 y lab/README.md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https://github.com/javierrosado/ariwalab-course-langchain/blob/27c24090f1662f9473b673d2020e7bffee04490b/modulo-2-agentes-avanzados/sesion-07-hackathon-m2/README.md</a:t>
            </a:r>
          </a:p>
          <a:p xmlns:a="http://schemas.openxmlformats.org/drawingml/2006/main">
            <a:r>
              <a:t>Contexto adicional: laboratorios, demos y soluciones de modulo-2-agentes-avanzados/sesion-07-hackathon-m2;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Consolidar un checkpoint probado antes de desplegarlo.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Cerrar M2 y preparar producción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calidad del despliegue empieza antes de subir el código.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La demo funciona solo en la laptop de una persona.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Detectar: Faltan dependencias o variables documentadas.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Completar: Revisar el entorno y los pasos de arranque.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Comprobar: Otro integrante ejecuta el mismo caso y sus pruebas.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Un checkpoint reproducible es una mejor base para el contenedor de S8.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Detectar; Completar; Comprobar.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La demo funciona solo en la laptop de una persona.</a:t>
            </a:r>
          </a:p>
          <a:p xmlns:a="http://schemas.openxmlformats.org/drawingml/2006/main">
            <a:r>
              <a:t>Detectar: Faltan dependencias o variables documentadas.</a:t>
            </a:r>
          </a:p>
          <a:p xmlns:a="http://schemas.openxmlformats.org/drawingml/2006/main">
            <a:r>
              <a:t>Completar: Revisar el entorno y los pasos de arranque.</a:t>
            </a:r>
          </a:p>
          <a:p xmlns:a="http://schemas.openxmlformats.org/drawingml/2006/main">
            <a:r>
              <a:t>Comprobar: Otro integrante ejecuta el mismo caso y sus pruebas.</a:t>
            </a:r>
          </a:p>
          <a:p xmlns:a="http://schemas.openxmlformats.org/drawingml/2006/main">
            <a:r>
              <a:t>Resultado: Un checkpoint reproducible es una mejor base para el contenedor de S8.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dependencia oculta podría romper el arranque en la nube?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calidad del despliegue empieza antes de subir el código.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una demo local exitosa con disponibilidad en producción.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S6: controles ante ataques deliberados · Capítulo previo: Demo y argumentación del Proyecto M2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S8: despliegue; S10: evaluación formal.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ea66e9806340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584db5c77f4bd1" /><Relationship Type="http://schemas.openxmlformats.org/officeDocument/2006/relationships/slideLayout" Target="/ppt/slideLayouts/slideLayout1.xml" Id="Rb8661b314b7e46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661b314b7e46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fc581079d4852" /><Relationship Type="http://schemas.openxmlformats.org/officeDocument/2006/relationships/notesSlide" Target="/ppt/notesSlides/notesSlide1.xml" Id="R245f9a79d2f946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aaf11018014435" /><Relationship Type="http://schemas.openxmlformats.org/officeDocument/2006/relationships/notesSlide" Target="/ppt/notesSlides/notesSlide2.xml" Id="Ra8506f2117f14b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18d8d127704af9" /><Relationship Type="http://schemas.openxmlformats.org/officeDocument/2006/relationships/notesSlide" Target="/ppt/notesSlides/notesSlide3.xml" Id="R41ae045c837d46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b50afa1a44170" /><Relationship Type="http://schemas.openxmlformats.org/officeDocument/2006/relationships/notesSlide" Target="/ppt/notesSlides/notesSlide4.xml" Id="R499379d0c95e45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63b8587474dec" /><Relationship Type="http://schemas.openxmlformats.org/officeDocument/2006/relationships/notesSlide" Target="/ppt/notesSlides/notesSlide5.xml" Id="Ra326eecc8d5947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31cccec88467d" /><Relationship Type="http://schemas.openxmlformats.org/officeDocument/2006/relationships/notesSlide" Target="/ppt/notesSlides/notesSlide6.xml" Id="Ra698d6e6ae564a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cd469c14d4ab1" /><Relationship Type="http://schemas.openxmlformats.org/officeDocument/2006/relationships/notesSlide" Target="/ppt/notesSlides/notesSlide7.xml" Id="R696f07d437534c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4cec9c94e4743" /><Relationship Type="http://schemas.openxmlformats.org/officeDocument/2006/relationships/notesSlide" Target="/ppt/notesSlides/notesSlide8.xml" Id="Re844cc54ac5141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5db7d0975435e" /><Relationship Type="http://schemas.openxmlformats.org/officeDocument/2006/relationships/notesSlide" Target="/ppt/notesSlides/notesSlide9.xml" Id="Rf1bd86b06daf43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7e37014dc45cb" /><Relationship Type="http://schemas.openxmlformats.org/officeDocument/2006/relationships/notesSlide" Target="/ppt/notesSlides/notesSlide10.xml" Id="Rbe2980eb98344a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87dd0c12f41de" /><Relationship Type="http://schemas.openxmlformats.org/officeDocument/2006/relationships/notesSlide" Target="/ppt/notesSlides/notesSlide11.xml" Id="Rcaf851af79374f7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23391239947e4" /><Relationship Type="http://schemas.openxmlformats.org/officeDocument/2006/relationships/notesSlide" Target="/ppt/notesSlides/notesSlide12.xml" Id="R241a8fba59ef41f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46cfdfe714d9e" /><Relationship Type="http://schemas.openxmlformats.org/officeDocument/2006/relationships/notesSlide" Target="/ppt/notesSlides/notesSlide13.xml" Id="Rb0249b3d7f4b487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c1e3cc6574c24" /><Relationship Type="http://schemas.openxmlformats.org/officeDocument/2006/relationships/notesSlide" Target="/ppt/notesSlides/notesSlide14.xml" Id="R2472d872e80040a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196ac674b4204" /><Relationship Type="http://schemas.openxmlformats.org/officeDocument/2006/relationships/notesSlide" Target="/ppt/notesSlides/notesSlide15.xml" Id="R0262ae81f9a24fd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fcaf6e3e848df" /><Relationship Type="http://schemas.openxmlformats.org/officeDocument/2006/relationships/notesSlide" Target="/ppt/notesSlides/notesSlide16.xml" Id="Rcb56a3d496d7462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d6bef0f884390" /><Relationship Type="http://schemas.openxmlformats.org/officeDocument/2006/relationships/notesSlide" Target="/ppt/notesSlides/notesSlide17.xml" Id="R4b4f6eecf2e2474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905bb8a2f487a" /><Relationship Type="http://schemas.openxmlformats.org/officeDocument/2006/relationships/notesSlide" Target="/ppt/notesSlides/notesSlide18.xml" Id="R0b0771d259514c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1C2D1666-BD0F-4654-A687-5562EDD8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FE6B0-1514-45FC-A40C-DE7634A3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265E008-8036-4A22-B042-87B94F2C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640F8317-E81F-483D-9583-1621C2D4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07 · Hackathon, clínica y Proyecto M2 / CAPÍTULO 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7AA456-83A0-4992-B84A-016EA972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Probar comportamiento no determinístico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E1A94BE9-0627-40D0-AC5C-B978C901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Definir invariantes útiles en lugar de comparar frases completas.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B4C781C0-F7EA-4939-9F19-D01A16F6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7DF3603-9B38-40B1-8F5A-DF3984A2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B7E520E2-3F1E-47CF-9EEB-01975BA7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4C13E85-455C-4133-B6DE-142F51E8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6DA543BC-225E-4BFD-B377-B4FC4EED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D9C7E05-7923-49D7-ABF3-72E22B02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5928A791-CE40-4718-A66B-F024BFE4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07 / C01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66871126-D4DA-4C97-9575-AC09D633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EFD485B-3020-4D5E-AA0A-4537D258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2F028C0D-A421-4542-B524-C18C9F8B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28FE6BC8-0E6D-4153-8A2F-9F3A2983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630692-5898-4D68-BE26-C92312AC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22DF59D-8628-42BB-BFC6-24F6E148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053D70B-CCBB-4B70-BE6E-05F35D0E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Dato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49AC464B-F38F-4EA1-9B25-8C9945D3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respuesta conserva 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hecho esperado.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8CAF6DC7-0D4A-4463-AF99-E383A704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0BBFCF75-C56D-4A93-874D-F7B1888A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85B10D-70EE-450B-AF3C-DDA97829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C73322E-1AF0-4A6E-9AFD-73E65288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980DB6D-8658-4078-9090-A4223E5E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Acción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FE69C76E-0F0A-4DC9-BBEC-312C7FD7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tool seleccionada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corresponde a la consulta.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EDBD3468-B6E0-4655-BA2A-5940C00B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46912FFC-B0C2-4BE4-9C1C-79CA9EBA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24CA34-4BF0-4D99-9BFA-8B522F99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AF0188B-FE6A-465A-8AE1-C32783DC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738723AA-5757-4C55-AF06-65AF5D6C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Límite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285D117F-7F08-41DB-A780-46D9C5F2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salida cita cuando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corresponde y no expone PII.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5EB38AF1-6FF4-4E5E-8AA0-FD8CA9EA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C7936B0-3BED-47EA-B102-7787B09B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5F0B84EF-30AB-497C-AEDC-CFA5A9ED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invariante añadirías además del nombre del plan?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8C48DEF7-1637-407C-B216-36E221E5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01AB8871-B251-42DD-AA07-87138CD3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1F0B9B15-FE83-4E05-BFA4-19791B95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Aceptar cualquier texto variable o exigir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igualdad literal de toda la respuesta.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76E5D52A-8D73-4943-8F70-1048902E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686381B7-816A-4DE4-AAF0-C616FA2B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Prueba lo que debe mantenerse, no una redacción exacta.</a:t>
            </a:r>
          </a:p>
        </p:txBody>
      </p:sp>
    </p:spTree>
    <p:extLst>
      <p:ext uri="{BB962C8B-B14F-4D97-AF65-F5344CB8AC3E}">
        <p14:creationId xmlns:p14="http://schemas.microsoft.com/office/powerpoint/2010/main" val="2537424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DEE14B94-7DED-4CA6-8AEB-65AF2895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CFCAC-73D0-42F6-B703-E5F50F30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8FE56E4-C85C-45B4-96B3-8682A3A4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683837AC-E03D-4DC0-9B46-873C693B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07 · Hackathon, clínica y Proyecto M2 / CAPÍTULO 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39264B4-B201-45B0-B32E-C16D5D63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Repetir para medir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0F267923-7F77-45BB-8104-647AAC8C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Definir invariantes útiles en lugar de comparar frases completas.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F2189AF7-A12A-425A-AAE4-2548E523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EF4AAAC-5D60-475C-8413-CA53779C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236C7A54-245C-43A6-BB55-01A49AB7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DDB5F29-3BFB-4729-9EF2-D2BEDDBB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0EADC8EB-27B8-4065-A7B0-F51632A3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39E080E-510D-494B-BA80-7168FC95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EFC96EAD-789F-4EFB-AC51-48EBF97C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07 / C01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7E6D37F6-BDE1-4FA7-83B6-1A22CC50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545677A-7AD7-4F4F-98A6-E601625D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Mantener la consulta y el criterio de aceptación.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Cinco intentos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Registrar cuántas ejecuciones cumplen el criterio.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Lectura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Una tasa observada no equivale a garantía futura.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217A8767-3E3D-433A-B8CD-A7B3D2D8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68C9985D-A3DE-4268-ADAE-E329C4F9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83E71947-9D8A-4E2E-B2DE-AB79D5A2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Aceptar cualquier texto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variable o exigir igualdad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literal de toda la respuesta.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E1B6EAB1-F7B4-437E-A146-F9A388AB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84413615-D7E7-46DD-9BFC-2D8AC4B7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75D012B2-561C-44DE-B4F1-42FEC457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F7638FE7-1FD3-4520-8104-E42BCCA4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invariante añadirías además del nombre del plan?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961A4EA8-6760-4825-864A-FD00C435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BCD6D306-1000-4562-94CB-EA8581C8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Prueba lo que debe mantenerse, no una redacción exacta.</a:t>
            </a:r>
          </a:p>
        </p:txBody>
      </p:sp>
    </p:spTree>
    <p:extLst>
      <p:ext uri="{BB962C8B-B14F-4D97-AF65-F5344CB8AC3E}">
        <p14:creationId xmlns:p14="http://schemas.microsoft.com/office/powerpoint/2010/main" val="4367334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525F7FF6-E698-4BF2-881C-C7019F85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43E15-ADAE-422F-B959-1C9F6D25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B5AC87C-0894-48AA-8FA5-5FE5F891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7F7BA14E-2E81-40E7-9D5B-8498262D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07 · Hackathon, clínica y Proyecto M2 / CAPÍTULO 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055324-6D91-46A0-B33D-C12E9EC5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Probar comportamiento no determinístico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04BDD694-E19F-4467-8236-4EF3EFFF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Definir invariantes útiles en lugar de comparar frases completas.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D7E32408-15D4-4C2C-B498-AA1CE673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40CB534-FDFB-40DD-82E1-7D211663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EF0D2086-5CAB-43DB-8DF4-38A28207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8CB58DE-58E1-4279-8FCD-E33C4245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741F8B8B-76B8-445F-A2F1-EDE32349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D65C8DE-199D-4D8D-84FD-AF203058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EED52F9C-6374-45FB-9981-3F22510E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07 / C01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1C5148A0-ACAF-467F-8848-EC467A05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D5D87DE-489A-4A9E-93F5-6A5B453C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ANDESMÓVIL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90E3A695-BA0E-4E22-9398-50B1FA77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F8CCCE59-B1A6-4822-AF2C-33AF753E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CC5BB08C-19FD-450A-9596-08B7B9A5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Cinco respuestas usan redacciones distintas para el mismo plan.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9E07BD9C-E88C-4178-ABEE-602F53DC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06082A23-F880-46AC-A082-59251FD2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470140-069D-4B86-9E9D-F5D17852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9F9A4CB-1D37-4249-AFFC-6F1C2784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235011E3-B913-4A0C-B43C-2823B45E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Criterio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20DBA5E0-D3F5-4B47-9AB0-2114BA56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Deben contener el plan correcto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consultado.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01B66E7E-83D1-481A-8BE5-C8A84467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E862084D-39E1-41C0-B424-CFF553A4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55C8A7-3547-495F-B6B1-FD391E14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8DF96E8-D630-4A46-A7E1-FB23FABF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202757AD-FAA4-42C0-A25A-893F82FC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Observación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6554B0A7-1BF5-4308-A2EA-5F8BA6D9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Cuatro cumplen y una omite el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dato.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5A5C4A34-E452-43E7-A618-97C5366F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1C63CD9-102C-43CD-809E-37B8FA3A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91EA21-D30A-461A-8D15-9E5D9634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2A79569-1325-4389-95EC-4A35D173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23DF35F-4524-48F9-8186-86076791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Resultado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E8BB4A9C-BF71-4755-A008-2C84B6B8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Registrar 4/5 y analizar la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ejecución fallida.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6169A756-7206-4AF3-A917-C95A8398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28BF0051-5E28-4CDC-A006-95836D96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E5B4BD5B-3B9E-4BB1-B113-C72C21B3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criterio puede ser estable aunque el texto cambie.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9F836A4A-328C-4A78-8B90-8746298F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AED50770-220D-49CB-9970-A6F0394E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Prueba lo que debe mantenerse, no una redacción exacta.</a:t>
            </a:r>
          </a:p>
        </p:txBody>
      </p:sp>
    </p:spTree>
    <p:extLst>
      <p:ext uri="{BB962C8B-B14F-4D97-AF65-F5344CB8AC3E}">
        <p14:creationId xmlns:p14="http://schemas.microsoft.com/office/powerpoint/2010/main" val="16905397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header">
            <a:extLst xmlns:a="http://schemas.openxmlformats.org/drawingml/2006/main">
              <a:ext uri="{FF2B5EF4-FFF2-40B4-BE49-F238E27FC236}">
                <a16:creationId xmlns:a16="http://schemas.microsoft.com/office/drawing/2014/main" id="{5E3E556C-D67C-4811-AFAB-A2D5A44D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BBC655-B2F8-40F4-A8D3-C0ABDFE5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3FD3E96-49E1-4C77-9276-0922D092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C4638D01-9950-467F-90D3-E92EC6AE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07 · Hackathon, clínica y Proyecto M2 / CAPÍTULO 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6EFD49-5D1C-4B49-8C05-2B2F4BD4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Guardrails y estrés: fallos diferentes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38B59C91-D99C-457E-B567-BE4DC4BE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Distinguir un ataque deliberado de una falla operativa o entrada ambigua.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1E401995-FF88-4E95-AC87-EF0E8FD0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A8D1389-0B84-4CB6-AE30-02172C6F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C7C2511F-C478-4734-87B5-B7EAB5F7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9B8DA00-79B2-4FE6-AE86-4F6A4796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489CAE03-49CE-4B04-AB3F-D2F88574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B5BC5E4-D3F0-4A1F-A1E9-F7CFBE49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5C81A2EE-3FFB-483F-841C-9F49A052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07 / C02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D22FE329-04CF-4F61-A88B-5E75A063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E4D554D-E0BA-4A47-994A-79197815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COMPARAR RESPONSABILIDADES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C99D217B-24DC-4745-9959-1C247A92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476A01D-86CB-4E6D-8E6A-B698D5BA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BF9208-F9D0-4505-8E01-D68CA381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6BA0BD8-8C75-4F4B-8212-339A4914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42656E8B-27C9-4765-8182-69AB8C21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L6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7E4C89BD-3901-439E-9634-36D6F53A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Explora intentos de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inyección, filtración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acciones prohibidas.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3BAD19B9-75D3-4CDB-A3B0-90335CEE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69C50D4-C9E2-4D4B-843D-92EF3275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FAE3D3-515B-4A1A-8C25-95C39D5E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C913C00-F045-4E9C-90F3-3C2762E0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BDD72BBF-AE78-4F39-8A9D-6ABA52B7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L7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F55C2EAB-AB49-456A-AA1D-92572B90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Explora servicios caídos,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datos ausentes y respuestas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malformadas.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ADB0E8F8-178F-4F8D-820C-47016654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8A153847-4C2C-4497-B955-9B287934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4BA4DD-7834-4909-8CC6-D7FA5148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2C6888F-7E46-407D-9CB5-95A0BFCB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426A4733-67AC-4E0E-88D3-2DABC6D9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Complemento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96DEE938-292D-451B-BBEE-E9453E14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Ambas pruebas buscan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comportamientos manejados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y observables.</a:t>
            </a:r>
          </a:p>
        </p:txBody>
      </p:sp>
      <p:sp>
        <p:nvSpPr>
          <p:cNvPr id="34" name="panel">
            <a:extLst xmlns:a="http://schemas.openxmlformats.org/drawingml/2006/main">
              <a:ext uri="{FF2B5EF4-FFF2-40B4-BE49-F238E27FC236}">
                <a16:creationId xmlns:a16="http://schemas.microsoft.com/office/drawing/2014/main" id="{CEBE8D1D-1C95-41ED-A6A0-614D9A3F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4E3F2A8-01F6-4029-9015-050FA369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6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1A54EF75-8FAD-4549-A35F-5DADC975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parte de este caso no cubre un filtro de inyección?</a:t>
            </a:r>
          </a:p>
        </p:txBody>
      </p:sp>
      <p:sp>
        <p:nvSpPr>
          <p:cNvPr id="37" name="panel">
            <a:extLst xmlns:a="http://schemas.openxmlformats.org/drawingml/2006/main">
              <a:ext uri="{FF2B5EF4-FFF2-40B4-BE49-F238E27FC236}">
                <a16:creationId xmlns:a16="http://schemas.microsoft.com/office/drawing/2014/main" id="{940B8179-6E08-4101-872F-B8B9C899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38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69AD3E9D-07C4-46CE-BBFB-FCEE64AB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39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F1087F2C-5DAA-46C9-A753-CC107036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Usar fallos ocultos o aleatorios como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sorpresa evaluativa.</a:t>
            </a:r>
          </a:p>
        </p:txBody>
      </p:sp>
      <p:sp>
        <p:nvSpPr>
          <p:cNvPr id="40" name="panel">
            <a:extLst xmlns:a="http://schemas.openxmlformats.org/drawingml/2006/main">
              <a:ext uri="{FF2B5EF4-FFF2-40B4-BE49-F238E27FC236}">
                <a16:creationId xmlns:a16="http://schemas.microsoft.com/office/drawing/2014/main" id="{87039847-A78E-4643-9A2A-220A44B7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1" name="takeaway">
            <a:extLst xmlns:a="http://schemas.openxmlformats.org/drawingml/2006/main">
              <a:ext uri="{FF2B5EF4-FFF2-40B4-BE49-F238E27FC236}">
                <a16:creationId xmlns:a16="http://schemas.microsoft.com/office/drawing/2014/main" id="{9EBF9ED7-2FAF-478E-BEBA-55EE4124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clínica trata el entorno como fuente de fallos.</a:t>
            </a:r>
          </a:p>
        </p:txBody>
      </p:sp>
    </p:spTree>
    <p:extLst>
      <p:ext uri="{BB962C8B-B14F-4D97-AF65-F5344CB8AC3E}">
        <p14:creationId xmlns:p14="http://schemas.microsoft.com/office/powerpoint/2010/main" val="5481343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3CE408FD-2449-4B37-86FE-CBC6C3B0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B146A9-D83F-4BB3-90CE-5083BC5B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4D2AEC0-2346-4EBF-B29C-208FEB32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709E69D5-B16F-4DC9-94F2-BFF5FD93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07 · Hackathon, clínica y Proyecto M2 / CAPÍTULO 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7BF893-E9E5-4F0A-9ECA-17DAFAC9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Caos anunciado y controlado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3E2AF97B-D4B5-4BD2-AB32-EFB41CD0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Distinguir un ataque deliberado de una falla operativa o entrada ambigua.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0C45F15A-D916-43C3-BE77-EE0B0166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02B6BB8-4BDA-47E1-A9D3-565F0F85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31EC13AC-DC40-4EFA-997A-D3C6F7D8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D05DA27-1ED8-4E1E-A1D7-B33EB320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77CA6416-E6D0-46B3-B0F0-FE10E1FD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4FA23AC-D1EA-4087-91B2-55DF4EF7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C44F6D6A-2C64-4D02-AD30-BD0893EA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07 / C02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EBBD4797-F2E3-4DC9-84ED-DDF9C92E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228B8BF-516F-488E-A6B2-8FEFE8F9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Inicio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 docente anuncia CHAOS_RATE=0.1.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Clínica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Los equipos prueban su propio agente y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documentan fallos.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Cierre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 configuración vuelve a 0.0 al terminar.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8378613C-3525-4BDD-8ED1-ED4DAFA0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7E579E36-97DB-450F-A672-466CEBFD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99ABEEA9-9823-4E88-8312-B2280878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Usar fallos ocultos 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aleatorios como sorpresa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evaluativa.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6A534007-D38B-45F6-B973-89084AA8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F4D95CB7-77D2-4B19-8630-CB26C403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6FB065F2-B97F-466F-B8D3-7F284BFB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3C1472E6-8F05-468B-A227-A964E8A2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parte de este caso no cubre un filtro de inyección?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40D939AF-E5F8-4963-A65E-F6A54E52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AF167C53-8800-47DA-BF19-856F4E2A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clínica trata el entorno como fuente de fallos.</a:t>
            </a:r>
          </a:p>
        </p:txBody>
      </p:sp>
    </p:spTree>
    <p:extLst>
      <p:ext uri="{BB962C8B-B14F-4D97-AF65-F5344CB8AC3E}">
        <p14:creationId xmlns:p14="http://schemas.microsoft.com/office/powerpoint/2010/main" val="7749426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F236E48D-787A-43B9-BBE4-8FBC9CA0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4FF4A0-257C-4968-9379-9057FB5A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9F8C580-A9C0-41C1-BE85-7776C6AF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E2B7A2CA-7F65-4F53-9BA2-AC6A9A02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07 · Hackathon, clínica y Proyecto M2 / CAPÍTULO 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D4DA26-290F-4DE1-A4F2-E0EE2733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Guardrails y estrés: fallos diferentes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5AA8B5F6-4B46-4F8B-9C32-4046CC8B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Distinguir un ataque deliberado de una falla operativa o entrada ambigua.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8D9D5DD0-1968-4A12-9FA6-2FF86E41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DC41781-FABE-46D6-9A97-F25ACC78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0169ECC4-073A-4305-8630-740C9833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0C46227-B36A-460A-9079-8716BE7F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2089F6B7-52F4-4308-9ED2-929DACEB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56CD841-4EFC-4755-BB08-9F5EC32B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87E52CE3-A1D8-4D77-93BB-E73CE6CB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07 / C02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CEE4122E-B25E-4E45-8122-9A76557A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979CDF1-DA75-4F24-891D-CA6D8053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MERCASUR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451E55A7-6507-4E21-95FD-000A275A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9574F06E-3ADB-4110-9164-0CE333CC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77648CA0-E90A-4AAB-A8FB-281FD234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servicio responde lentamente en mitad de una conversación legítima.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935ACCC7-0190-47AF-AD9F-CAF0899C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EBBC5723-5377-4CE3-BC5D-2902909E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BBDF79-601D-4BAD-9C9C-1AF74FAB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A573676-5D87-4B20-A5EA-AA534A98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0BAA6556-CE13-467D-BADC-2CC675D3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Distinguir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57EDC9E1-B214-4C54-872A-8BEAEB8D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usuario no está atacando al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agente.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E8D1E7D1-8BCB-4DE0-A04A-A032FA29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C3E3AA7-66DF-4784-B837-65CD7C94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9F727F-4261-46BA-9BF2-70875452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156F0B4-96C8-4770-A080-314F5376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09C6060E-9938-4F79-B1DB-50067E43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Manejar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13869DAB-EDC5-4D77-9EDA-884B1E00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Aplicar timeout y respuesta útil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según el contrato.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31241A78-4910-485B-9EA7-71F398D1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4743CA1C-3183-41CB-ACBA-140D29CF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8C48BE-F237-4A87-81FD-F028DF13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4176BEE-616F-481D-81CC-1D667681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33FE5B1-3652-4CCD-80A1-58E30672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Conservar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98E0B1B6-9417-47F2-AE29-4E8E64C5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Mantener contexto sin inventar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 estado de pedido.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5A849E59-E243-4FC6-AD24-B25697FC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94F7364F-B90E-40F2-8AB1-7507F47F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9F0F81AF-08E2-4356-918B-4F32FE1F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resiliencia se prueba también cuando nadie actúa con malicia.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BA361DF4-4AEF-4425-9849-821904A1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E2365284-E209-4EE1-847E-2B00F237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clínica trata el entorno como fuente de fallos.</a:t>
            </a:r>
          </a:p>
        </p:txBody>
      </p:sp>
    </p:spTree>
    <p:extLst>
      <p:ext uri="{BB962C8B-B14F-4D97-AF65-F5344CB8AC3E}">
        <p14:creationId xmlns:p14="http://schemas.microsoft.com/office/powerpoint/2010/main" val="19660963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C007F7AB-C0F8-4AE4-B71D-6827BB69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84631-12A2-4057-809E-9EE1FD68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8A72AA8-761F-4F76-999F-6177D25C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22DD30E2-5130-40D3-B60C-AFF1CBD8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07 · Hackathon, clínica y Proyecto M2 / CAPÍTULO 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669978-832D-42FF-80DB-56EA94E0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Cuatro familias de casos borde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CFF1C40E-6B39-4427-9D26-A36B6D81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Explorar ambigüedad, ausencia de datos, caída de servicio y contrato inválido.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79E5EAC7-0A03-4691-A763-3B778A85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6C257A2-EC34-448F-9A85-3B3D4CC3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C4EACAE0-159E-4FE8-B267-03CA711D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E0F3031-28C6-4B64-BA21-8B089C6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7275EDD7-1639-46E8-9D1D-51054499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44D55C8-9E9E-4909-87C7-A4CB5F85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7EDBCEDA-657D-4077-8150-FE284CCB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07 / C03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43CCDB10-330B-4458-831A-0B3D0812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086CCFF-C68E-4BF5-AEA2-CD94EF66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BEB2B8AF-8E78-466C-B926-52BA92CF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B292FCCE-374B-44C9-9434-7EF8FD8C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950C3E-F55B-48E7-95FC-8A6E7BEB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A78DEC1-90AB-4042-A81F-92C6CFF8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1A5166B-C761-48BC-AC98-544C4B12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Intención y datos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D373F69D-F7DB-4EC8-8729-F183D08A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Dos tareas en un turno o un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identificador inexistente.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4B6D15B5-15FF-43B7-9D06-E94A80AB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31EE07F-49F7-423F-A3ED-AE990179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60EFA6-4282-4023-9623-38D3561B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597CD51-98FE-4357-9914-503502E7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C36434C1-5128-4CE9-96B5-B511CBEF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Servicio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1E191BA7-F709-4EDF-9B58-7B4B459C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Timeout, error500, error503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 lentitud.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852BF46A-FBC2-4264-AC8D-E1682998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00E01E48-DD81-46CB-8577-AB433DC4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A9C1FB-0BEF-4981-9716-D22CB525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B741E6A-620D-42A7-8569-28BFBA6A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2D02FED7-347A-42B8-806F-46D2CD4E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Formato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EBDEA25C-2691-4A43-A2E5-2EF4ED67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Respuesta vacía,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malformada o fuera del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esquema.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BE227187-B04F-4862-B773-EAC78279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2DE5F0F-5D1E-45C7-AEAA-3040985A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8803D53C-0F6B-44C3-A949-CF6DE502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¿Por qué conviene forzar el fallo después de encontrarlo al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azar?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1DF7C258-32AB-4F51-BD1E-083E4682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61A3ED48-028D-4D34-9940-3FA1E608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E02482B0-518C-428D-B3B4-6D413B89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Afirmar que el modo aleatorio usa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indistintamente los seis fallos.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D5E7313D-67D5-499B-B6CA-3FB49D2A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3FFD11A4-1F99-4CE4-9D49-545EA46C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prueba de estrés debe localizar un comportamiento concreto.</a:t>
            </a:r>
          </a:p>
        </p:txBody>
      </p:sp>
    </p:spTree>
    <p:extLst>
      <p:ext uri="{BB962C8B-B14F-4D97-AF65-F5344CB8AC3E}">
        <p14:creationId xmlns:p14="http://schemas.microsoft.com/office/powerpoint/2010/main" val="3164962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533A4F3E-FE0B-415F-9640-6742ED4B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215FD-3280-4465-8B85-C9954727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B8CB84C-7937-40A7-B48D-7CCE34B5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DA90B880-B361-4E0D-A90A-3B7859E6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07 · Hackathon, clínica y Proyecto M2 / CAPÍTULO 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A7D454C-0FB0-44B8-9B9F-A5A88459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Forzar y documentar el fallo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F408112D-6969-4B0B-8355-D8485992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Explorar ambigüedad, ausencia de datos, caída de servicio y contrato inválido.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D1E2B298-3CFF-4798-9D13-911E8083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D39E50B-B9FF-4CCB-A0FD-801BFDE1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16BC95DE-2EC1-4D2B-BD21-A569EF27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FFB1079-B9C4-477F-9695-1213DCE3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E993D3A0-A6F1-4B5A-9745-08D62B64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3C6C624-ADB8-49C2-83AA-94E35A23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BC620193-F222-427A-815A-CF7CC34C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07 / C03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3DC84204-C98B-47D8-A60E-90D5FF87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4EB3E89-393B-4099-8725-30243237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Dirigido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?_fallo=&lt;nombre&gt; permite solicitar uno de los seis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fallos del simulador.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Aleatorio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CHAOS_RATE sin _fallo inyecta error503 o lento.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Evidencia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Registrar entrada, turno, fallo, resultado y solución.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3F10ACCC-CE3A-46B0-9A96-D25692B3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C28E1D65-25A7-4021-B871-5B9D2BED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47D1FB13-0588-499C-A7D0-DC9872EE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Afirmar que el modo aleatorio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usa indistintamente los seis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fallos.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19D5AC2F-8B28-4944-BC69-4EA3611B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A96760EC-B7BC-446E-9A9A-2040DBF3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DCB444AD-7D00-4306-8047-D463613E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13C6C7A5-7A0E-41CD-8DF3-65C9AFA4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¿Por qué conviene forzar el fallo después de encontrarlo al azar?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6F6E2AF7-EE3F-45AC-9586-DD5D8618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103E2F45-9501-46E2-9C57-568F6811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prueba de estrés debe localizar un comportamiento concreto.</a:t>
            </a:r>
          </a:p>
        </p:txBody>
      </p:sp>
    </p:spTree>
    <p:extLst>
      <p:ext uri="{BB962C8B-B14F-4D97-AF65-F5344CB8AC3E}">
        <p14:creationId xmlns:p14="http://schemas.microsoft.com/office/powerpoint/2010/main" val="2952534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BBE2A507-1E68-4C8C-A356-AC956D62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F26A4-2792-4402-8F16-C0F32F2A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5F188C8-81EA-447C-A3D2-86ED7AC9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9394D939-D413-49D8-9164-56F40CE2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07 · Hackathon, clínica y Proyecto M2 / CAPÍTULO 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7EC5E6-8313-4471-9CA2-E467B009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Cuatro familias de casos borde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D4BC2064-B818-4BEC-934A-4D9D0767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Explorar ambigüedad, ausencia de datos, caída de servicio y contrato inválido.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1A7F3DB3-100E-4C76-96AE-EB01924A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5351B86-A6D5-44C5-B421-79813ADA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8769CDB3-471F-40F9-83A3-B0C01555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F879B09-DBAB-476A-AE2B-DA828298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EDD9DF92-3617-4229-8B83-050D884D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184E9C4-B9D2-4A14-9800-CEBF20E3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199649B1-35BC-4AB1-A3BE-1D75C47E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07 / C03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548B126E-FAB8-4493-A68B-5BEA3C78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2528CEF-0E11-4800-B0D6-1EBF4588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BANCO INTI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02559131-CF26-4E5C-9BDC-7EE59BF4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AFDFD523-52FB-4087-B9EC-F13EE919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CA147832-7110-4E93-8D49-A02CD68E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 el cuarto turno, la consulta de movimientos recibe un 503.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C6B893B6-7601-44E3-9AAB-C6D3F752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38654AB-1D15-40FE-BE75-46AC28B3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D7F131-0771-49CC-9936-0D0688AB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68EDC73-089B-41F3-9B43-C9F470CE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A8015AC-E613-412B-9273-C29FCAB6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Reproducir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8BA4F29F-A51F-429B-93D7-BED5581B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Forzar error503 para aislar la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situación.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0347096F-27D1-4AD8-8BF4-39D4F2F5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07674521-2E33-4B7D-9AB8-76C62939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2F2AAE-7A43-4ED8-BA78-F412C56B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C784B26-E353-4A6F-9E0E-B8DC0E39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BA491572-5307-4EDD-93A4-51A279AD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Observar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75DFD053-3701-4F54-AD64-BE739B60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Comprobar si conserva el hilo y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evita repetir sin límite.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EBB7CDF2-FB1D-4500-AEC0-ADBBCABB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264249C1-77B3-499E-A3FB-42FAFE68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3DF26A-489A-472E-9E9C-2EFD9007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227C45D-55B0-45C0-8138-B12DC555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D0B3997-80C5-4EC6-8447-1BA26CAA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Resolver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E03EF630-9DFD-4222-8372-7BDBC703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Responder que la consulta no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pudo completarse y aplicar la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política prevista.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01EA17B9-F9B8-4E70-9A69-85B29E15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A20B26E7-4C91-46E9-95CC-7172DC99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6F351C50-2D3C-4F08-B7CF-4FF6E707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 caso reproducible permite comprobar que la corrección aborda la causa.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65B55674-EFB5-4A47-85A0-66D7458B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F1002658-9277-4E0D-B0C4-FC4DCF61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prueba de estrés debe localizar un comportamiento concreto.</a:t>
            </a:r>
          </a:p>
        </p:txBody>
      </p:sp>
    </p:spTree>
    <p:extLst>
      <p:ext uri="{BB962C8B-B14F-4D97-AF65-F5344CB8AC3E}">
        <p14:creationId xmlns:p14="http://schemas.microsoft.com/office/powerpoint/2010/main" val="9870442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13B680C4-82F0-4148-A6FC-8EFB4A37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DC0CC-AEAD-4C8F-AB7D-498A6B58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F6A90C8-A46F-4180-8631-8E46B697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BFC0C737-0E18-462E-8D6C-F329BEF2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07 · Hackathon, clínica y Proyecto M2 / CAPÍTULO 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9C5C00-4C69-47FA-91A6-E86D2379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Clínica de 45 minutos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F26013F0-3E29-47E8-AADC-58FF78B3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Organizar la exploración para terminar con casos resueltos y evidencia.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BAB19EF6-39E0-47F3-85CE-897E93AF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9D04BAB-86D1-42D6-9F43-5210F7A0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8A7EE2C4-061F-467D-BBCB-042D9C18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95FE0B2-C463-4CA8-BD6B-96623350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3D490F89-AA60-4586-AFC4-7569CB51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7DCC9EF-F240-4B49-846D-22B41741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7929474C-76DC-4EC3-9AA2-F64851A1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07 / C04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BEF468C5-55FC-407E-AA51-315A7C09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173C52F-2DF1-4769-8E08-DC40E915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E51F193F-22BC-49A2-8D63-8FAB1643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87BDC2D9-1FC8-4B04-A995-A602F25B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3734B4-18F7-440B-A9A3-269F22F0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7EA874F-9944-430D-804E-C811B157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6CA83B82-3FB9-4942-B5D3-A6D5BE1D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Minutos 0–20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8278113F-F271-4DBE-984F-3DDA3817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Entrada ambigua y dato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ausente en conversación.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BB8490FC-7304-4D82-80C5-0D8FCDE4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5ED9CC1-04A2-411F-826A-E5586A09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FD9AED-47D0-43C6-971B-46B61718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1BB1E36-1A23-4E8F-8227-AA37912B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60BDC358-6BC6-46CF-A990-B70297F5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Minutos 20–40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91D5F870-87B1-45AD-80DA-DD464A36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Servicio caído y salida fuera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 formato.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F3FCE862-6E2D-4C89-A2F1-64E614CD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716E5F26-C482-46C2-99CE-8D6E2CAD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CE05C2-0664-4C6C-A0FF-29E9EB1D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4E7EB58-BABB-4FAF-8450-D8E14749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A0B9F5D8-4759-47B0-8C1B-C15FF487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Minutos 40–45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FEC25ACD-F8F5-4703-A3CD-97859A7C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Elegir el peor fallo resuelto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para abrir la demo.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44EF43D8-F911-49C4-ABCB-D0409CFA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6EBFB71-1489-41FC-9119-1586240F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9D6A5968-E863-46C7-A5E2-F9BE5764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variación usarías para verificar que la solución se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generaliza?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2D1C52B6-5496-41EB-BA27-50F65378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5C523DDC-F3C0-4E67-834A-8799F60E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8B35E369-D6A4-4943-AB0E-33595794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Confundir incidente encontrado con caso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resuelto.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E004AD4B-C4A7-4812-88F5-A6208842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C328C74D-9A4F-4BA6-9F3D-FE3660B8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clínica termina con evidencia de corrección, no con una lista de síntomas.</a:t>
            </a:r>
          </a:p>
        </p:txBody>
      </p:sp>
    </p:spTree>
    <p:extLst>
      <p:ext uri="{BB962C8B-B14F-4D97-AF65-F5344CB8AC3E}">
        <p14:creationId xmlns:p14="http://schemas.microsoft.com/office/powerpoint/2010/main" val="5985902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62E30095-2B83-4E41-8501-BF3A24A2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C8AB73-BDBD-4558-A500-A3A5291B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57ABBC8-B475-4A0C-9064-B0B4180E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DE608A21-1427-48B8-AF55-6CC51119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07 · Hackathon, clínica y Proyecto M2 / CAPÍTULO 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CA8F22-685F-45BE-B230-86FE8CC5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 hallazgo a caso resuelto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5FD79FC6-456A-4E6C-A74D-4D360225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Organizar la exploración para terminar con casos resueltos y evidencia.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7FFD5678-B160-4969-BA94-CA85E2BF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79E0DB0-DE4E-4BBA-97CC-A1C451A5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88A4F24F-3FC0-4404-A4CF-6CBFC7E4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69A13F9-0A09-4557-90D0-DD525F3C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682A4D7F-0448-4AF0-853F-BEBBDF20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8B538D6-4420-44D8-B709-C8E39022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3CCACD36-E0BD-4322-AC6B-3F856F3D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07 / C04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D7FB1060-E36F-4906-94FC-3C70FD56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F6ACC7E-6044-4372-A77D-999B66B4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Reproducir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Conservar la entrada y el estado que disparan el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fallo.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Corregir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Aplicar un cambio relacionado con la causa.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Verificar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Repetir el caso y revisar efectos sobre consultas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cercanas.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29FA6DE7-5E4B-4108-AAEA-1C5C46EF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D6AE46F3-914F-4B2D-B699-350199CC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31F7C4F1-4107-4A09-869F-A340BE6C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Confundir incidente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encontrado con caso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resuelto.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E0E8A9F6-D4BB-440B-A092-103634D1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155E2999-00DC-458F-BB3A-4461FA7C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352595C9-3AF1-406F-B7FA-C61858EA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13700B4D-5235-48F9-A71B-2A5E5779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variación usarías para verificar que la solución se generaliza?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55A9C619-12D9-4E9C-A5E8-B257AC93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68772A15-DFCF-4E91-B405-BFE6E374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clínica termina con evidencia de corrección, no con una lista de síntomas.</a:t>
            </a:r>
          </a:p>
        </p:txBody>
      </p:sp>
    </p:spTree>
    <p:extLst>
      <p:ext uri="{BB962C8B-B14F-4D97-AF65-F5344CB8AC3E}">
        <p14:creationId xmlns:p14="http://schemas.microsoft.com/office/powerpoint/2010/main" val="12281501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5E2327F1-276B-401F-A85A-F2AC8847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0BF76-ABBE-45DF-A823-275B7A4B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CA1D481-6BE3-475D-A850-40B0E270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81C247EA-2B56-41DC-946C-414B3789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07 · Hackathon, clínica y Proyecto M2 / CAPÍTULO 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C8ABCA-F32A-4CF6-85B8-BF483F3C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Clínica de 45 minutos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F3862536-3200-4465-A189-00A27C05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Organizar la exploración para terminar con casos resueltos y evidencia.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57C9456E-BD5A-4476-8A81-F52FC7DF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DD9C76C-1DFD-48F2-900C-88610D4D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531D1822-1AF2-4B5B-B389-6121229F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D13C374-4C88-40DA-8BA2-8EC78F1B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E035E1DB-F9A7-4487-9A8F-017B217C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02CF2A9-BE2D-4D15-9E06-7F5C25CB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53BA1239-B83C-4ABE-BBC5-2664D722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07 / C04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7ABACB05-8B71-46A2-8E85-43529E1A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12237F4-5EBE-4AD4-8395-D015759C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ANDINA SEGUROS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E4B55657-54EE-40CF-BC85-FDA48627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9324376C-631B-4C24-B9E4-8E6997E5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57209C03-3FBB-4B8E-B13C-65EB6585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agente responde solo una de dos preguntas sobre póliza y siniestro.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DB534B75-C668-4F88-ACAC-8598CDC6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BB8F8BE4-51D9-49D9-A54D-E0C79FC2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EF83EB-805A-483B-A433-BFBF52BD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5DF68D4-4626-433A-9720-330B4311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BBB20254-C1B6-4038-BA0A-047A9B7B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Hallazgo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600E0ACD-B3C5-4F4C-9327-0A0C7A94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segunda intención queda sin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atender.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497CFED7-B95E-4237-8B53-72A4F900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D7C0AD45-9E94-4AF2-A450-370C535B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FF10AF-2BFF-4AAD-9D64-748F2C84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2ADFE1B-FCA0-4861-B818-66A09A54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62F3A060-2DF3-4BB7-A22F-B7793447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Solución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BEA30CE5-1224-4B20-9D6B-8C884348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Hacer explícito qué resolvió y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qué falta consultar.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D7AF9467-16E0-48CD-AEC8-911DCEBE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248C5A8-264F-43A5-BBAF-73571949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944169-524C-4825-A5C2-ABED7D97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3801BC3-C28B-4CB9-915B-131D1293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4BF07B08-4A70-415B-B079-40D04DED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Prueba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D3521079-3727-48EC-B75A-26ADE8C0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Repetir con el orden de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preguntas invertido.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7C8159C4-A93E-4D2C-AF3A-F2522F68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CD20E322-0CF2-4540-95CD-5D2C752C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4B2B1FE2-8AB7-4680-B2B8-BAB94B23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Documentar diez fallos sin resolverlos no completa el objetivo del laboratorio.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B07ABAC4-7E63-4D2C-AA60-75FC6639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3D66051F-05F4-40AE-AA7D-DFB97A2C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clínica termina con evidencia de corrección, no con una lista de síntomas.</a:t>
            </a:r>
          </a:p>
        </p:txBody>
      </p:sp>
    </p:spTree>
    <p:extLst>
      <p:ext uri="{BB962C8B-B14F-4D97-AF65-F5344CB8AC3E}">
        <p14:creationId xmlns:p14="http://schemas.microsoft.com/office/powerpoint/2010/main" val="3292129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2A7AC7B3-5A80-427D-A97F-8C8804AC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EBF39-B550-402C-93B8-30B69E90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967A035-184F-466B-A60C-3D2D69A9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F6B72C00-A982-4D31-990E-E65F9C1C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07 · Hackathon, clínica y Proyecto M2 / CAPÍTULO 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1E0581-280D-410D-A793-6593062B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Demo y argumentación del Proyecto M2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D28BE3A4-EE4D-43D7-9596-78803B10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Mostrar el peor fallo resuelto y justificar la decisión que lo corrigió.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08CF1BB7-9CA6-4C26-AC9C-C948163C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D31AF29-5599-4E31-B0B5-D217EC99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26173663-FFAD-4066-A48A-F46A0307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45B9621-B845-43BD-AF1C-95780CB1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F47E84B5-B46B-463C-AB9D-83F4657B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04973FD-8E08-43F6-82BB-6ABFC128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293DDE0B-6301-4736-A8F6-7E07AA4B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07 / C05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D2B9CF3B-255D-41CD-91D9-92A67BE6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013B75A-3A72-455C-9159-2434B6B0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CAAFA7EB-C773-4581-860D-D9AC17C5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A9224F06-DB0E-4F69-9433-2783A839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91BF8A-04F5-4872-997D-15E24C33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0E38C86-D4F2-42E8-9EC2-1B87D47E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E76B7C15-9D63-48B0-8E6F-A60FE7B6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Problema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14A05DAD-6CCA-4564-BEA3-54386DFC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Qué ocurrió y por qué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importa para el usuario.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0C3C0EB-8965-42BA-9376-F6BD004E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43CBBF03-4542-47CF-9E56-907C192A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0B421B-C47B-437F-A34F-7AB4CF37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257B849-78D4-4737-B1B7-D346BA64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E372BED6-18FE-467C-9963-A9FB0E40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Cambio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5E5E4C3E-81AD-429B-835C-0082FE04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Qué decisión de diseño se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aplicó.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79F10294-9513-4E43-B511-E18E949D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D26CFA03-F9C3-49E0-AD92-4622751E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6F35FA-B5CA-47E1-88B8-205FE75A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CDFBAEB-5A6C-44CD-AE85-44B48404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7E0763C5-AD1A-492C-AD3E-A742E10A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Evidencia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87621B8E-E671-4E4E-AD1D-AD287F23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Cómo se comprobó la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mejora y qué límite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permanece.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2EC1A662-72B2-4B4E-8B48-F72D473A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DF575F9-81DE-4610-A3A9-850CCE6F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613333E6-A8BD-4B78-BAD8-B5B0FD66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pregunta técnica harías al equipo sobre su corrección?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E5054E4A-0DB3-4B9A-A686-464B14E7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DF782F03-3AFD-4EDA-9562-CAA0DEFE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EC293799-2C8B-4C05-84E2-377CE7AC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Abrir únicamente con el caso feliz y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ocultar los límites.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4769B9BC-5FDC-4358-B48A-B7AC6260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2B6FC0CD-16AC-451A-8BDC-4F198371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Una buena sustentación conecta el diseño con evidencia observable.</a:t>
            </a:r>
          </a:p>
        </p:txBody>
      </p:sp>
    </p:spTree>
    <p:extLst>
      <p:ext uri="{BB962C8B-B14F-4D97-AF65-F5344CB8AC3E}">
        <p14:creationId xmlns:p14="http://schemas.microsoft.com/office/powerpoint/2010/main" val="7082201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573CDEF0-FD1D-4A4D-ABFF-AC105190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A3E5F-3EC3-487E-9784-60DF2600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B7411ED-6F52-4D42-A0C8-BA202F0D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B73EAFF8-A975-4C40-84D1-BD79431B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07 · Hackathon, clínica y Proyecto M2 / CAPÍTULO 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FAC8EE-91DA-499C-9701-63B3818D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Preparar una exposición breve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0D4B2503-4872-4D3B-83ED-8B6C47F1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Mostrar el peor fallo resuelto y justificar la decisión que lo corrigió.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3988E08E-6B20-4CFF-A0EC-3F838C31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C0961D4-6E0F-4394-8D8A-B1666CAD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A1B9B486-B257-4870-9DB9-7C35508A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6DBD0EC-49D2-4B6B-85FB-3CF3F970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9F08EA33-F377-47F4-86F1-4B31956A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C2CDE12-F3F1-489C-9895-3933496C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FD96110F-ECE8-4B1C-87B3-6804E845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07 / C05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94F8B408-0D28-4B33-943C-98DDE817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177EF37-A994-4763-9F10-AA98A03B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Abrir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Mostrar el caso que antes fallaba.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Demostrar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Ejecutar el comportamiento corregido.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Argumentar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Explicar criterio, alternativa y resultado sin narrar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todo el código.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EAAA9975-7649-43B8-9294-E4704DAB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8E07D2D6-914F-44DC-8092-914AEEAF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DA0E5452-BAC4-474D-AC7C-0268183F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Abrir únicamente con el caso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feliz y ocultar los límites.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8BED8E53-9EBB-41A0-A591-F9AF35BF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7B7903DB-B991-4952-9351-C81325D7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932650D4-AA81-46CC-AB92-5D5F785B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C530C587-7097-4F97-85FE-786AC7FF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pregunta técnica harías al equipo sobre su corrección?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C284028A-FC88-453C-A467-20B5B8AD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8A1CB0E1-0ACE-4B02-8A04-12B5C473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Una buena sustentación conecta el diseño con evidencia observable.</a:t>
            </a:r>
          </a:p>
        </p:txBody>
      </p:sp>
    </p:spTree>
    <p:extLst>
      <p:ext uri="{BB962C8B-B14F-4D97-AF65-F5344CB8AC3E}">
        <p14:creationId xmlns:p14="http://schemas.microsoft.com/office/powerpoint/2010/main" val="11954928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BE8A66B8-E946-4CA2-95DC-666146AD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F8E00-7574-448A-B36B-3FD78C7F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1DB465F-9430-4D0E-BD78-D6C9D4E7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49436311-3414-4F4D-8B7D-58E41495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07 · Hackathon, clínica y Proyecto M2 / CAPÍTULO 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7BDF90-B621-4164-929A-0EB9DA1F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Demo y argumentación del Proyecto M2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710E230F-B126-4559-81B2-2D400CF4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Mostrar el peor fallo resuelto y justificar la decisión que lo corrigió.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22F0E203-F9A9-4E98-B168-F213BA0F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6EB88A0-A294-4C3E-9708-8557AB67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309C437B-C887-4FC4-AF71-C3FCDE91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9DC191D-3A1D-463F-A52E-4485F88E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B02C0D06-1DFB-4211-B5BB-D9770C95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F4B6549-F500-46AC-BEEE-563CC888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2EF96322-E897-4AFB-B6F1-8E2E19CC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07 / C05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9F272454-4F1F-4303-BA44-38CF70ED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EA9FA07-E05C-45D9-937F-8C3FCA33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MERCASUR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A4E3F518-299C-4FC5-97F2-4C5774A2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0CB3B894-41E1-4693-83B8-E43272DE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560C3180-5C9A-4972-B830-1EC8450D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 timeout podía provocar una devolución duplicada.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2204AD0A-8C7B-4115-9C61-C1EF7A9E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413F27E-17E1-4D6C-B51B-C35D877F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6711F9-1974-432E-AE31-70B2CE15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6A08FE4-3546-42E6-89A2-2319CA84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153B7622-50B8-4CDC-A3D4-1C10B599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Mostrar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CBD8FC67-3731-4EB1-A882-72CAF2D5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Describir la secuencia que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repetía la operación.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C389BC45-4424-4403-B3EF-7CF64CC8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521765F-1948-4957-80C6-314821F8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CEEA1F-9D3F-4566-9978-8C84925E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705192A-A257-439E-8A68-0CD5273C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413229E-0AC0-423B-8208-B5F27DF4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Corregir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724430B5-0E95-4013-A28A-8C55B7D0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Separar reintento técnico y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efecto de negocio.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D76C5A87-8565-4B1D-91D3-C92810AD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4C0541C2-2D0A-45AD-8CCB-833B8DA7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EF1967-6140-4D71-90FD-19A08A97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AC70E22-60F1-424B-A43B-3A9E3FB0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1CE03DE0-51AF-46F4-973E-0C2006C9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Probar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7C64F349-D287-44B7-9ABA-A29D1BF2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Verificar que repetir la solicitud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no duplica el efecto previsto.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4B954302-24C4-46E4-8C56-FE6F7C22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B18D6F0A-A5B3-414C-9F35-8D021446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4CFFC4A2-DD0D-409D-BB71-FD8DCFE7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demo muestra conocimiento de los fallos y de sus consecuencias.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AE8E2BE7-C394-4ACF-A457-34195FAF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47E7CEE7-21F6-4698-8C58-8B1D12C9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Una buena sustentación conecta el diseño con evidencia observable.</a:t>
            </a:r>
          </a:p>
        </p:txBody>
      </p:sp>
    </p:spTree>
    <p:extLst>
      <p:ext uri="{BB962C8B-B14F-4D97-AF65-F5344CB8AC3E}">
        <p14:creationId xmlns:p14="http://schemas.microsoft.com/office/powerpoint/2010/main" val="13735412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6411ADDC-2FA6-49BC-A585-53D49050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F495E-FDE5-48E8-A0EB-9E9F43AE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FC11053-B746-4859-A00A-B1354CC8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DAA09CA8-68C1-49DD-9178-ACC1AEFA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07 · Hackathon, clínica y Proyecto M2 / CAPÍTULO 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F4A941-E761-4B92-A619-FA4856FB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Cerrar M2 y preparar producción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48AAC8AC-05EA-4B4F-A74B-A37B05F1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Consolidar un checkpoint probado antes de desplegarlo.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C21D8051-DE82-4600-83FE-6A5DF1F9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CA35467-CB26-4733-99B8-7732BC31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954B6FDF-9774-4346-956F-5EEBBA62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42519EF-6281-4A91-8319-3CDA84C0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1DB7B0A9-3D5A-4C0F-B3AE-DAAAC6DE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5DE2028-45CC-41CD-92D8-360470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61D54098-7CBE-4B4A-8FD2-45118B8A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07 / C06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AD34AC31-2275-4B49-A16D-9452CFB9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7ECDA01-A732-4896-8D69-63F0AE2A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D00FD439-1D4D-4848-9307-5705A4C0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1E4D5D1F-92EC-489A-A8A9-0BE5AA1E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8F56F8-7965-4779-9E75-6F045915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227BE16-6F92-4CF3-8E50-420676CE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72ECCFA5-17ED-4283-B181-70E1FFF4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Agente integrado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FE4CAFA2-F1CE-46E3-AAE7-0E3BA497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Tools, RAG, memoria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guardrails.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C85CE2E5-AEB6-4340-BF13-82906648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B95462C3-0161-42A7-A43B-402E7305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44D9A2-F7E9-47F6-B245-BDDC44BB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6866941-03F8-4FAB-A653-E9ABF4D5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2EDF94B6-7781-4D9F-B8FA-A63ECD6E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Casos borde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B5AF9A74-1400-4F10-B328-18903350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Al menos diez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documentados y resueltos.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2EAE4835-AC44-4487-849F-2E25575A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1DF0D55D-5F61-40C8-ADBA-4E25FB03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4CA044-F04D-414B-AF03-28DB4E87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9A04EF3-511D-4879-B4AE-D8214F29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47F0DF4F-B522-4B30-999A-137D7B90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Diseño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984F24FA-1D8B-4A87-9938-819CADBA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Explicación de decisiones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alcance del sistema.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0DC72B1C-E4FC-44E7-9CD9-60A381F7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8BF37DE-CFD4-442A-84CD-7F6AB69C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39823F05-C6AC-4492-A6D9-5474CEAE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dependencia oculta podría romper el arranque en la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nube?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0E3D86F9-85E4-45A3-A9B9-274F10F3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90B2EE3D-5F1E-4DA5-BB75-A5A900A2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A4323DB3-60BE-4764-8646-A9FC31CD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Confundir una demo local exitosa con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disponibilidad en producción.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E6EA83AC-A5DA-41FD-9F84-4D205CC6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637CE686-A74B-4563-841A-9A366E47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calidad del despliegue empieza antes de subir el código.</a:t>
            </a:r>
          </a:p>
        </p:txBody>
      </p:sp>
    </p:spTree>
    <p:extLst>
      <p:ext uri="{BB962C8B-B14F-4D97-AF65-F5344CB8AC3E}">
        <p14:creationId xmlns:p14="http://schemas.microsoft.com/office/powerpoint/2010/main" val="15158647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23940124-4294-4AAB-8A23-5EDD3EFC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43B515-F967-4A52-A8E6-5A84474F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3ABE2A1-D895-46CB-A434-734306A6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67F09076-3415-422A-9B00-1A45B750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07 · Hackathon, clínica y Proyecto M2 / CAPÍTULO 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00380A-D0E0-45F5-9176-7C7C38D4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Preparar el salto a S8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874BEF03-D8AE-474E-A2FC-4CCEFA18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Consolidar un checkpoint probado antes de desplegarlo.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4BE3CB84-38D5-49EF-974C-A9A0BC16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0452D3A-FE8F-4CF9-A5F2-C460A3AC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F19AB052-0850-44DF-AEC4-3C80D1E3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5F13FEF-11A4-485B-B150-DB0DF126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21E79BC7-5C73-4A7F-A001-AA1F7A9C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2B124E8-882B-4DEC-A55B-8F550AE3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28FCD822-1180-401A-9A3B-05AE6DB3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07 / C06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DE8596C3-ED8E-40EC-B136-1A29EE0C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180FFC7-9686-43FC-94BE-3ABA3A75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Reproducibilidad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Otro integrante puede ejecutar el checkpoint.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Configuración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Separar secretos y valores por entorno.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Límites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Registrar qué depende de memoria del proceso o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servicios externos.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CE6AD40A-E8B7-401E-B952-3003483A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9932AF21-C329-4105-84D6-CEC43026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0D7046CD-0577-4D40-885E-D56838A0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Confundir una demo local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exitosa con disponibilidad en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producción.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1A4D40A4-8044-4AB8-AE48-B7ED07A2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2A075292-557B-409C-B072-E3E39F0D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7C33B185-FD59-43BE-9101-E4CD000B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0A2C3DCB-04C6-409B-9113-CEEB00B6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dependencia oculta podría romper el arranque en la nube?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896F5F73-99A3-4F9D-8082-07F58EFD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AA58EEFF-2A6B-4982-8DF5-B5187816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calidad del despliegue empieza antes de subir el código.</a:t>
            </a:r>
          </a:p>
        </p:txBody>
      </p:sp>
    </p:spTree>
    <p:extLst>
      <p:ext uri="{BB962C8B-B14F-4D97-AF65-F5344CB8AC3E}">
        <p14:creationId xmlns:p14="http://schemas.microsoft.com/office/powerpoint/2010/main" val="201541911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0024D4D4-3506-46FD-AB8C-B16D0126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97540-7892-4754-B970-8E44022A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8C2F59C-8161-439E-AC4B-3EA2100C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3F3AB201-1F7F-40C5-9CE3-60B4E3A9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07 · Hackathon, clínica y Proyecto M2 / CAPÍTULO 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7558CE-137D-4818-9210-C6EC1058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Cerrar M2 y preparar producción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F984FD4A-D624-47DA-9A1B-69213E8B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Consolidar un checkpoint probado antes de desplegarlo.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8BBADD7A-EB5F-4C77-B613-4A3471A7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F38203C-9647-4E65-97DE-5A9C4789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294F8524-BB90-4579-BA51-412C20EF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CC76093-1B85-46B9-B6BC-622E6B56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287F2BEF-700A-46AE-9219-2849031C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7232368-585B-44AD-A499-014D81BF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9CD1ED80-B389-489F-A1EA-F6365703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07 / C06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10B3F1AA-9B8A-460C-9F68-CCB8B479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68A811A-7127-41BE-87B5-4F88876C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ANDESMÓVIL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448EE2AE-5E95-4C51-9209-649AC539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3153E692-9302-4AE5-A9D4-974C3F06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C28FBDC8-68DC-4EBD-8693-63777267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demo funciona solo en la laptop de una persona.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CDD7F8DC-F613-4603-BE74-7DE42944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5104DDF-C5E1-4020-A17D-0A0D5AB9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E616B6-5B34-4B7F-838F-6D0C791E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82BDCB4-7AA1-4094-B5F6-DF8C8F6D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A7DC834C-DBA5-4CCA-80D2-650563D0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Detectar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168FF05E-D413-46DD-94DB-3B4866E8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Faltan dependencias o variables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documentadas.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E4BF6D71-0EE9-49B7-B4DF-E0747FDE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A5D8C377-0947-4E1B-8959-5D9BE949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F4FFBF-18A8-413F-B86A-B5F3847B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90F150A-61F7-4620-94A1-F37068C2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A172C350-5F2C-4DF8-A97F-9958DE1A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Completar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6CC7A296-F9E6-4215-B544-CE6A6201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Revisar el entorno y los pasos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 arranque.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BED072F9-2D19-479F-B1F2-23FCBEC5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66BD0659-395A-485F-AF11-2D688741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366945-06DA-4092-81B6-FB53EBE9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FF5433E-A691-4E58-B03F-67514873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BFCB223-9C13-4E00-BED6-558578E5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Comprobar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C2C11067-F9B5-44BC-ADBB-4C7B3A15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Otro integrante ejecuta el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mismo caso y sus pruebas.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8BCE22A7-A044-4F54-AB5E-61CD312D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484C8CED-ACE4-45C2-8673-100B6826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2E67E1EA-F995-43A5-B621-9CAC44F2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 checkpoint reproducible es una mejor base para el contenedor de S8.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4B98D9B9-6A31-42D0-B36A-5112763E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556937D7-DF64-4F6D-B4C8-C6553C86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calidad del despliegue empieza antes de subir el código.</a:t>
            </a:r>
          </a:p>
        </p:txBody>
      </p:sp>
    </p:spTree>
    <p:extLst>
      <p:ext uri="{BB962C8B-B14F-4D97-AF65-F5344CB8AC3E}">
        <p14:creationId xmlns:p14="http://schemas.microsoft.com/office/powerpoint/2010/main" val="15058178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2026-09-23T04:06:22.3660000Z</dcterms:created>
  <dcterms:modified xsi:type="dcterms:W3CDTF">2026-09-23T04:06:22.3660000Z</dcterms:modified>
</coreProperties>
</file>