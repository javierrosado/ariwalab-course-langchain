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3a9344e6a4157" /><Relationship Type="http://schemas.openxmlformats.org/officeDocument/2006/relationships/extended-properties" Target="/docProps/app.xml" Id="R02d4923c42ca4d23" /><Relationship Type="http://schemas.openxmlformats.org/officeDocument/2006/relationships/officeDocument" Target="/ppt/presentation.xml" Id="R1827cab80459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8b13f6f5b4291"/>
  </p:sldMasterIdLst>
  <p:notesMasterIdLst>
    <p:notesMasterId xmlns:r="http://schemas.openxmlformats.org/officeDocument/2006/relationships" r:id="Rd036594dcc6e40e9"/>
  </p:notesMasterIdLst>
  <p:sldIdLst>
    <p:sldId xmlns:r="http://schemas.openxmlformats.org/officeDocument/2006/relationships" id="256" r:id="Rbfa77e5321834a02"/>
    <p:sldId xmlns:r="http://schemas.openxmlformats.org/officeDocument/2006/relationships" id="257" r:id="Rc367b23335f84b0e"/>
    <p:sldId xmlns:r="http://schemas.openxmlformats.org/officeDocument/2006/relationships" id="258" r:id="R66315b84b98f4fb6"/>
    <p:sldId xmlns:r="http://schemas.openxmlformats.org/officeDocument/2006/relationships" id="259" r:id="R1a0b476bcdfe4e35"/>
    <p:sldId xmlns:r="http://schemas.openxmlformats.org/officeDocument/2006/relationships" id="260" r:id="R0c1fd6d028ec469b"/>
    <p:sldId xmlns:r="http://schemas.openxmlformats.org/officeDocument/2006/relationships" id="261" r:id="Rfc6b628661db4c42"/>
    <p:sldId xmlns:r="http://schemas.openxmlformats.org/officeDocument/2006/relationships" id="262" r:id="Rf6347b720bb14248"/>
    <p:sldId xmlns:r="http://schemas.openxmlformats.org/officeDocument/2006/relationships" id="263" r:id="Rb0313f8701d1452d"/>
    <p:sldId xmlns:r="http://schemas.openxmlformats.org/officeDocument/2006/relationships" id="264" r:id="Rdca0a98fcaba4d6b"/>
    <p:sldId xmlns:r="http://schemas.openxmlformats.org/officeDocument/2006/relationships" id="265" r:id="Rdee79d54bd70490e"/>
    <p:sldId xmlns:r="http://schemas.openxmlformats.org/officeDocument/2006/relationships" id="266" r:id="Rc7dc52f8714d4614"/>
    <p:sldId xmlns:r="http://schemas.openxmlformats.org/officeDocument/2006/relationships" id="267" r:id="R4205a6b82bae4ca7"/>
    <p:sldId xmlns:r="http://schemas.openxmlformats.org/officeDocument/2006/relationships" id="268" r:id="R25d1f88539104bf5"/>
    <p:sldId xmlns:r="http://schemas.openxmlformats.org/officeDocument/2006/relationships" id="269" r:id="R4e39347dacb94b67"/>
    <p:sldId xmlns:r="http://schemas.openxmlformats.org/officeDocument/2006/relationships" id="270" r:id="R789e9a4cf5854714"/>
    <p:sldId xmlns:r="http://schemas.openxmlformats.org/officeDocument/2006/relationships" id="271" r:id="Raea0e8b662464e01"/>
    <p:sldId xmlns:r="http://schemas.openxmlformats.org/officeDocument/2006/relationships" id="272" r:id="R8ceeb90f4b514b5c"/>
    <p:sldId xmlns:r="http://schemas.openxmlformats.org/officeDocument/2006/relationships" id="273" r:id="Rd2ae218c491a484a"/>
    <p:sldId xmlns:r="http://schemas.openxmlformats.org/officeDocument/2006/relationships" id="274" r:id="R721d18b2a3db4592"/>
    <p:sldId xmlns:r="http://schemas.openxmlformats.org/officeDocument/2006/relationships" id="275" r:id="Rdf7e998da52f470f"/>
    <p:sldId xmlns:r="http://schemas.openxmlformats.org/officeDocument/2006/relationships" id="276" r:id="R805d9a5ac4254d2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9178d119f441ae" /><Relationship Type="http://schemas.openxmlformats.org/officeDocument/2006/relationships/slideMaster" Target="/ppt/slideMasters/slideMaster1.xml" Id="Rdf18b13f6f5b4291" /><Relationship Type="http://schemas.openxmlformats.org/officeDocument/2006/relationships/notesMaster" Target="/ppt/notesMasters/notesMaster1.xml" Id="Rd036594dcc6e40e9" /><Relationship Type="http://schemas.openxmlformats.org/officeDocument/2006/relationships/presProps" Target="/ppt/presProps.xml" Id="R5ab9b7636fbe4994" /><Relationship Type="http://schemas.openxmlformats.org/officeDocument/2006/relationships/tableStyles" Target="/ppt/tableStyles.xml" Id="R04f69701e0734670" /><Relationship Type="http://schemas.openxmlformats.org/officeDocument/2006/relationships/slide" Target="/ppt/slides/slide1.xml" Id="Rbfa77e5321834a02" /><Relationship Type="http://schemas.openxmlformats.org/officeDocument/2006/relationships/slide" Target="/ppt/slides/slide2.xml" Id="Rc367b23335f84b0e" /><Relationship Type="http://schemas.openxmlformats.org/officeDocument/2006/relationships/slide" Target="/ppt/slides/slide3.xml" Id="R66315b84b98f4fb6" /><Relationship Type="http://schemas.openxmlformats.org/officeDocument/2006/relationships/slide" Target="/ppt/slides/slide4.xml" Id="R1a0b476bcdfe4e35" /><Relationship Type="http://schemas.openxmlformats.org/officeDocument/2006/relationships/slide" Target="/ppt/slides/slide5.xml" Id="R0c1fd6d028ec469b" /><Relationship Type="http://schemas.openxmlformats.org/officeDocument/2006/relationships/slide" Target="/ppt/slides/slide6.xml" Id="Rfc6b628661db4c42" /><Relationship Type="http://schemas.openxmlformats.org/officeDocument/2006/relationships/slide" Target="/ppt/slides/slide7.xml" Id="Rf6347b720bb14248" /><Relationship Type="http://schemas.openxmlformats.org/officeDocument/2006/relationships/slide" Target="/ppt/slides/slide8.xml" Id="Rb0313f8701d1452d" /><Relationship Type="http://schemas.openxmlformats.org/officeDocument/2006/relationships/slide" Target="/ppt/slides/slide9.xml" Id="Rdca0a98fcaba4d6b" /><Relationship Type="http://schemas.openxmlformats.org/officeDocument/2006/relationships/slide" Target="/ppt/slides/slide10.xml" Id="Rdee79d54bd70490e" /><Relationship Type="http://schemas.openxmlformats.org/officeDocument/2006/relationships/slide" Target="/ppt/slides/slide11.xml" Id="Rc7dc52f8714d4614" /><Relationship Type="http://schemas.openxmlformats.org/officeDocument/2006/relationships/slide" Target="/ppt/slides/slide12.xml" Id="R4205a6b82bae4ca7" /><Relationship Type="http://schemas.openxmlformats.org/officeDocument/2006/relationships/slide" Target="/ppt/slides/slide13.xml" Id="R25d1f88539104bf5" /><Relationship Type="http://schemas.openxmlformats.org/officeDocument/2006/relationships/slide" Target="/ppt/slides/slide14.xml" Id="R4e39347dacb94b67" /><Relationship Type="http://schemas.openxmlformats.org/officeDocument/2006/relationships/slide" Target="/ppt/slides/slide15.xml" Id="R789e9a4cf5854714" /><Relationship Type="http://schemas.openxmlformats.org/officeDocument/2006/relationships/slide" Target="/ppt/slides/slide16.xml" Id="Raea0e8b662464e01" /><Relationship Type="http://schemas.openxmlformats.org/officeDocument/2006/relationships/slide" Target="/ppt/slides/slide17.xml" Id="R8ceeb90f4b514b5c" /><Relationship Type="http://schemas.openxmlformats.org/officeDocument/2006/relationships/slide" Target="/ppt/slides/slide18.xml" Id="Rd2ae218c491a484a" /><Relationship Type="http://schemas.openxmlformats.org/officeDocument/2006/relationships/slide" Target="/ppt/slides/slide19.xml" Id="R721d18b2a3db4592" /><Relationship Type="http://schemas.openxmlformats.org/officeDocument/2006/relationships/slide" Target="/ppt/slides/slide20.xml" Id="Rdf7e998da52f470f" /><Relationship Type="http://schemas.openxmlformats.org/officeDocument/2006/relationships/slide" Target="/ppt/slides/slide21.xml" Id="R805d9a5ac425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97830be9c24b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e3ce49d7544ead" /><Relationship Type="http://schemas.openxmlformats.org/officeDocument/2006/relationships/notesMaster" Target="/ppt/notesMasters/notesMaster1.xml" Id="R16172014f70c40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039eb06e364a50" /><Relationship Type="http://schemas.openxmlformats.org/officeDocument/2006/relationships/notesMaster" Target="/ppt/notesMasters/notesMaster1.xml" Id="R4a4c6257a3aa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b0b76a0fc945b8" /><Relationship Type="http://schemas.openxmlformats.org/officeDocument/2006/relationships/notesMaster" Target="/ppt/notesMasters/notesMaster1.xml" Id="R05f957800ea247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08bb76fb7d44dc" /><Relationship Type="http://schemas.openxmlformats.org/officeDocument/2006/relationships/notesMaster" Target="/ppt/notesMasters/notesMaster1.xml" Id="Re459874b6a77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e79e20bac24404" /><Relationship Type="http://schemas.openxmlformats.org/officeDocument/2006/relationships/notesMaster" Target="/ppt/notesMasters/notesMaster1.xml" Id="R8819c130b92846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a949b1bcf74f3f" /><Relationship Type="http://schemas.openxmlformats.org/officeDocument/2006/relationships/notesMaster" Target="/ppt/notesMasters/notesMaster1.xml" Id="Ra91e8dae868044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bfa78d29bb456d" /><Relationship Type="http://schemas.openxmlformats.org/officeDocument/2006/relationships/notesMaster" Target="/ppt/notesMasters/notesMaster1.xml" Id="R3f8d6edd1337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3b333b816844bc" /><Relationship Type="http://schemas.openxmlformats.org/officeDocument/2006/relationships/notesMaster" Target="/ppt/notesMasters/notesMaster1.xml" Id="Rc2a8d310f4024d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f8dce29fa146f8" /><Relationship Type="http://schemas.openxmlformats.org/officeDocument/2006/relationships/notesMaster" Target="/ppt/notesMasters/notesMaster1.xml" Id="Rf9f96aede03b4a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9cf7be379840af" /><Relationship Type="http://schemas.openxmlformats.org/officeDocument/2006/relationships/notesMaster" Target="/ppt/notesMasters/notesMaster1.xml" Id="R76f2f25067a440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b59dcae71a4825" /><Relationship Type="http://schemas.openxmlformats.org/officeDocument/2006/relationships/notesMaster" Target="/ppt/notesMasters/notesMaster1.xml" Id="Rdaa83dabb9a04e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d9b914d4e84672" /><Relationship Type="http://schemas.openxmlformats.org/officeDocument/2006/relationships/notesMaster" Target="/ppt/notesMasters/notesMaster1.xml" Id="R31f1558c4a2847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b02dde49794501" /><Relationship Type="http://schemas.openxmlformats.org/officeDocument/2006/relationships/notesMaster" Target="/ppt/notesMasters/notesMaster1.xml" Id="R643526e82e504d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72b9c1fe73486b" /><Relationship Type="http://schemas.openxmlformats.org/officeDocument/2006/relationships/notesMaster" Target="/ppt/notesMasters/notesMaster1.xml" Id="R6461930b574d43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769b2008264839" /><Relationship Type="http://schemas.openxmlformats.org/officeDocument/2006/relationships/notesMaster" Target="/ppt/notesMasters/notesMaster1.xml" Id="R3ee8ea4aa2a24b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bf9e42b44545a9" /><Relationship Type="http://schemas.openxmlformats.org/officeDocument/2006/relationships/notesMaster" Target="/ppt/notesMasters/notesMaster1.xml" Id="R75a9e26fae8446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58b0d667424c01" /><Relationship Type="http://schemas.openxmlformats.org/officeDocument/2006/relationships/notesMaster" Target="/ppt/notesMasters/notesMaster1.xml" Id="R471586c851e94f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ea657b65a241a2" /><Relationship Type="http://schemas.openxmlformats.org/officeDocument/2006/relationships/notesMaster" Target="/ppt/notesMasters/notesMaster1.xml" Id="R6d7bf3a9564b4c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dcc22ccba04a03" /><Relationship Type="http://schemas.openxmlformats.org/officeDocument/2006/relationships/notesMaster" Target="/ppt/notesMasters/notesMaster1.xml" Id="R665973b210474b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ab24c3ca6645f0" /><Relationship Type="http://schemas.openxmlformats.org/officeDocument/2006/relationships/notesMaster" Target="/ppt/notesMasters/notesMaster1.xml" Id="R60c223eb1d6642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e4c8f84fc146d6" /><Relationship Type="http://schemas.openxmlformats.org/officeDocument/2006/relationships/notesMaster" Target="/ppt/notesMasters/notesMaster1.xml" Id="R0969cdf8eac440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Del conocimiento a la consulta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Responder hechos del negocio a partir de la fuente externa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conocimiento a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parte aporta el estado real del pedido?».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Solicitud: El usuario pide un dato específico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Herramienta: Expone una capacidad limitada de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Respuesta: El modelo redacta a partir del resultado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Solicitud; Herramienta; Respuesta.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«¿Dónde está el pedido PED-2026-00123?»</a:t>
            </a:r>
          </a:p>
          <a:p xmlns:a="http://schemas.openxmlformats.org/drawingml/2006/main">
            <a:r>
              <a:t>Identificar: La tarea requiere el sistema de pedidos.</a:t>
            </a:r>
          </a:p>
          <a:p xmlns:a="http://schemas.openxmlformats.org/drawingml/2006/main">
            <a:r>
              <a:t>Consultar: track_order recibe el identificador validado.</a:t>
            </a:r>
          </a:p>
          <a:p xmlns:a="http://schemas.openxmlformats.org/drawingml/2006/main">
            <a:r>
              <a:t>Explicar: El agente usa el estado real devuelto por el simulador.</a:t>
            </a:r>
          </a:p>
          <a:p xmlns:a="http://schemas.openxmlformats.org/drawingml/2006/main">
            <a:r>
              <a:t>Resultado: La respuesta puede vincularse con una consulta concreta.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aporta el estado real del pedido?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el LLM conoce el dato porque mencionó una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Separar tres responsabilidades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Responder hechos del negocio a partir de la fuente externa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conocimiento a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Propone qué capacidad y argumentos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Aplicación: Valida y ejecuta la llamada.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Sistema externo: Devuelve el dato o el error del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Afirmar que el LLM conoce el dato porque mencionó una tool.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Modelo; Aplicación; Sistema externo.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«¿Dónde está el pedido PED-2026-00123?»</a:t>
            </a:r>
          </a:p>
          <a:p xmlns:a="http://schemas.openxmlformats.org/drawingml/2006/main">
            <a:r>
              <a:t>Identificar: La tarea requiere el sistema de pedidos.</a:t>
            </a:r>
          </a:p>
          <a:p xmlns:a="http://schemas.openxmlformats.org/drawingml/2006/main">
            <a:r>
              <a:t>Consultar: track_order recibe el identificador validado.</a:t>
            </a:r>
          </a:p>
          <a:p xmlns:a="http://schemas.openxmlformats.org/drawingml/2006/main">
            <a:r>
              <a:t>Explicar: El agente usa el estado real devuelto por el simulador.</a:t>
            </a:r>
          </a:p>
          <a:p xmlns:a="http://schemas.openxmlformats.org/drawingml/2006/main">
            <a:r>
              <a:t>Resultado: La respuesta puede vincularse con una consulta concreta.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aporta el estado real del pedido?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el LLM conoce el dato porque mencionó una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MercaSur · Del conocimiento a la consulta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Responder hechos del negocio a partir de la fuente externa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conocimiento a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«¿Dónde está el pedido PED-2026-00123?»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Identificar: La tarea requiere el sistema de pedidos.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Consultar: track_order recibe el identificador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Explicar: El agente usa el estado real devuelto por el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respuesta puede vincularse con una consulta concreta.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Identificar; Consultar; Explicar.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«¿Dónde está el pedido PED-2026-00123?»</a:t>
            </a:r>
          </a:p>
          <a:p xmlns:a="http://schemas.openxmlformats.org/drawingml/2006/main">
            <a:r>
              <a:t>Identificar: La tarea requiere el sistema de pedidos.</a:t>
            </a:r>
          </a:p>
          <a:p xmlns:a="http://schemas.openxmlformats.org/drawingml/2006/main">
            <a:r>
              <a:t>Consultar: track_order recibe el identificador validado.</a:t>
            </a:r>
          </a:p>
          <a:p xmlns:a="http://schemas.openxmlformats.org/drawingml/2006/main">
            <a:r>
              <a:t>Explicar: El agente usa el estado real devuelto por el simulador.</a:t>
            </a:r>
          </a:p>
          <a:p xmlns:a="http://schemas.openxmlformats.org/drawingml/2006/main">
            <a:r>
              <a:t>Resultado: La respuesta puede vincularse con una consulta concreta.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aporta el estado real del pedido?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Las tools conectan el lenguaje con capacidades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el LLM conoce el dato porque mencionó una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Function calling: proponer y ejecutar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Seguir la llamada desde la salida del modelo hasta ToolMessage.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«¿Quién realiza realmente la conexión HTTP?».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Produce nombre de tool, argumentos y un identificador de llamada.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Aplicación: Busca la tool, valida argumentos y ejecuta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ToolMessage: Devuelve el resultado asociado a tool_call_id.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Modelo; Aplicación; ToolMessage.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modelo propone consultar consumo de una línea.</a:t>
            </a:r>
          </a:p>
          <a:p xmlns:a="http://schemas.openxmlformats.org/drawingml/2006/main">
            <a:r>
              <a:t>Propuesta: tool_calls identifica la herramienta y su argumento.</a:t>
            </a:r>
          </a:p>
          <a:p xmlns:a="http://schemas.openxmlformats.org/drawingml/2006/main">
            <a:r>
              <a:t>Ejecución: Python realiza la petición HTTP al simulador.</a:t>
            </a:r>
          </a:p>
          <a:p xmlns:a="http://schemas.openxmlformats.org/drawingml/2006/main">
            <a:r>
              <a:t>Observación: El resultado vuelve al modelo antes de la respuesta final.</a:t>
            </a:r>
          </a:p>
          <a:p xmlns:a="http://schemas.openxmlformats.org/drawingml/2006/main">
            <a:r>
              <a:t>Resultado: Nombrar una herramienta en texto no es ejecutarla.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¿Quién realiza realmente la conexión HTTP?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una flecha directa del modelo a la base como si ejecutara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Del conocimiento a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Completar el intercambio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Seguir la llamada desde la salida del modelo hasta ToolMessage.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Registrar: Conservar el mensaje del modelo que contiene tool_calls.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Ejecutar: Invocar la capacidad seleccionada con los argumentos.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Continuar: Enviar ToolMessage para que el modelo use la observación.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Dibujar una flecha directa del modelo a la base como si ejecutara código.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Registrar; Ejecutar; Continuar.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modelo propone consultar consumo de una línea.</a:t>
            </a:r>
          </a:p>
          <a:p xmlns:a="http://schemas.openxmlformats.org/drawingml/2006/main">
            <a:r>
              <a:t>Propuesta: tool_calls identifica la herramienta y su argumento.</a:t>
            </a:r>
          </a:p>
          <a:p xmlns:a="http://schemas.openxmlformats.org/drawingml/2006/main">
            <a:r>
              <a:t>Ejecución: Python realiza la petición HTTP al simulador.</a:t>
            </a:r>
          </a:p>
          <a:p xmlns:a="http://schemas.openxmlformats.org/drawingml/2006/main">
            <a:r>
              <a:t>Observación: El resultado vuelve al modelo antes de la respuesta final.</a:t>
            </a:r>
          </a:p>
          <a:p xmlns:a="http://schemas.openxmlformats.org/drawingml/2006/main">
            <a:r>
              <a:t>Resultado: Nombrar una herramienta en texto no es ejecutarla.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¿Quién realiza realmente la conexión HTTP?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una flecha directa del modelo a la base como si ejecutara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Del conocimiento a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AndesMóvil · Function calling: proponer y ejecutar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Seguir la llamada desde la salida del modelo hasta ToolMessage.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modelo propone consultar consumo de una línea.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Propuesta: tool_calls identifica la herramienta y su argumento.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Python realiza la petición HTTP al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Observación: El resultado vuelve al modelo antes de la respuesta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Nombrar una herramienta en texto no es ejecutarla.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Propuesta; Ejecución; Observación.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modelo propone consultar consumo de una línea.</a:t>
            </a:r>
          </a:p>
          <a:p xmlns:a="http://schemas.openxmlformats.org/drawingml/2006/main">
            <a:r>
              <a:t>Propuesta: tool_calls identifica la herramienta y su argumento.</a:t>
            </a:r>
          </a:p>
          <a:p xmlns:a="http://schemas.openxmlformats.org/drawingml/2006/main">
            <a:r>
              <a:t>Ejecución: Python realiza la petición HTTP al simulador.</a:t>
            </a:r>
          </a:p>
          <a:p xmlns:a="http://schemas.openxmlformats.org/drawingml/2006/main">
            <a:r>
              <a:t>Observación: El resultado vuelve al modelo antes de la respuesta final.</a:t>
            </a:r>
          </a:p>
          <a:p xmlns:a="http://schemas.openxmlformats.org/drawingml/2006/main">
            <a:r>
              <a:t>Resultado: Nombrar una herramienta en texto no es ejecutarla.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¿Quién realiza realmente la conexión HTTP?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LLM genera la petición; la aplicación produce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una flecha directa del modelo a la base como si ejecutara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Del conocimiento a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Docstring y esquema de argumentos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§2 · regla A2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Diseñar una tool que el modelo pueda seleccionar y usar correctamente.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frase añadirías para explicar cuándo NO usar tu tool?».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Propósito: Describir qué consulta o acción resuelve.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Frontera: Decir cuándo usarla y cuándo no usarla.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Argumentos: Definir campos, tipos y restricciones con args_schema.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Propósito; Frontera; Argumentos.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tool consulta saldo; otra, en S4, explicará comisiones.</a:t>
            </a:r>
          </a:p>
          <a:p xmlns:a="http://schemas.openxmlformats.org/drawingml/2006/main">
            <a:r>
              <a:t>Aclarar: get_account_balance consulta saldo de una cuenta.</a:t>
            </a:r>
          </a:p>
          <a:p xmlns:a="http://schemas.openxmlformats.org/drawingml/2006/main">
            <a:r>
              <a:t>Excluir: No usarla para explicar un cobro o transferir dinero.</a:t>
            </a:r>
          </a:p>
          <a:p xmlns:a="http://schemas.openxmlformats.org/drawingml/2006/main">
            <a:r>
              <a:t>Validar: Pedir el identificador exigido por su contrato.</a:t>
            </a:r>
          </a:p>
          <a:p xmlns:a="http://schemas.openxmlformats.org/drawingml/2006/main">
            <a:r>
              <a:t>Resultado: La descripción guía la selección y el esquema controla la forma de entrada.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frase añadirías para explicar cuándo NO usar tu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solo la implementación HTTP y omitir el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Revisar el contrato de la tool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§2 · regla A2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Diseñar una tool que el modelo pueda seleccionar y usar correctamente.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Nombre: Debe expresar la capacidad sin ambigüedad.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Docstring: Incluir límites y significado de los parámetros.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Esquema: Rechazar entradas incompletas o incompatibles antes de llamar.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Describir solo la implementación HTTP y omitir el propósito.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Nombre; Docstring; Esquema.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tool consulta saldo; otra, en S4, explicará comisiones.</a:t>
            </a:r>
          </a:p>
          <a:p xmlns:a="http://schemas.openxmlformats.org/drawingml/2006/main">
            <a:r>
              <a:t>Aclarar: get_account_balance consulta saldo de una cuenta.</a:t>
            </a:r>
          </a:p>
          <a:p xmlns:a="http://schemas.openxmlformats.org/drawingml/2006/main">
            <a:r>
              <a:t>Excluir: No usarla para explicar un cobro o transferir dinero.</a:t>
            </a:r>
          </a:p>
          <a:p xmlns:a="http://schemas.openxmlformats.org/drawingml/2006/main">
            <a:r>
              <a:t>Validar: Pedir el identificador exigido por su contrato.</a:t>
            </a:r>
          </a:p>
          <a:p xmlns:a="http://schemas.openxmlformats.org/drawingml/2006/main">
            <a:r>
              <a:t>Resultado: La descripción guía la selección y el esquema controla la forma de entrada.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frase añadirías para explicar cuándo NO usar tu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solo la implementación HTTP y omitir el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Banco Inti · Docstring y esquema de argumentos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§2 · regla A2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Diseñar una tool que el modelo pueda seleccionar y usar correctamente.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tool consulta saldo; otra, en S4, explicará comisiones.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Aclarar: get_account_balance consulta saldo de una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Excluir: No usarla para explicar un cobro o transferir dinero.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Validar: Pedir el identificador exigido por su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descripción guía la selección y el esquema controla la forma de entrada.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Aclarar; Excluir; Validar.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tool consulta saldo; otra, en S4, explicará comisiones.</a:t>
            </a:r>
          </a:p>
          <a:p xmlns:a="http://schemas.openxmlformats.org/drawingml/2006/main">
            <a:r>
              <a:t>Aclarar: get_account_balance consulta saldo de una cuenta.</a:t>
            </a:r>
          </a:p>
          <a:p xmlns:a="http://schemas.openxmlformats.org/drawingml/2006/main">
            <a:r>
              <a:t>Excluir: No usarla para explicar un cobro o transferir dinero.</a:t>
            </a:r>
          </a:p>
          <a:p xmlns:a="http://schemas.openxmlformats.org/drawingml/2006/main">
            <a:r>
              <a:t>Validar: Pedir el identificador exigido por su contrato.</a:t>
            </a:r>
          </a:p>
          <a:p xmlns:a="http://schemas.openxmlformats.org/drawingml/2006/main">
            <a:r>
              <a:t>Resultado: La descripción guía la selección y el esquema controla la forma de entrada.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frase añadirías para explicar cuándo NO usar tu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tool bien descrita reduce decisiones ambiguas.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solo la implementación HTTP y omitir el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Function calling: proponer y ejecutar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Errores que el modelo puede usar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§3 · regla A4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Convertir fallos técnicos en observaciones útiles sin ocultarlos.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diferencia hay entre no encontrado y servicio no disponible?».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Éxito: Dato consultado con contexto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encontrado: El identificador no corresponde a un registro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Servicio caído: La consulta no pudo completarse; no hay dato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Éxito; No encontrado; Servicio caído.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consulta de póliza no encuentra el identificador enviado.</a:t>
            </a:r>
          </a:p>
          <a:p xmlns:a="http://schemas.openxmlformats.org/drawingml/2006/main">
            <a:r>
              <a:t>Leer: La tool informa que no se encontró la póliza.</a:t>
            </a:r>
          </a:p>
          <a:p xmlns:a="http://schemas.openxmlformats.org/drawingml/2006/main">
            <a:r>
              <a:t>Preguntar: Solicitar comprobar el dato aportado.</a:t>
            </a:r>
          </a:p>
          <a:p xmlns:a="http://schemas.openxmlformats.org/drawingml/2006/main">
            <a:r>
              <a:t>Evitar: No afirmar que el cliente carece de toda cobertura.</a:t>
            </a:r>
          </a:p>
          <a:p xmlns:a="http://schemas.openxmlformats.org/drawingml/2006/main">
            <a:r>
              <a:t>Resultado: No encontrar un registro no demuestra una conclusión más amplia.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no encontrado y servicio no disponible?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Devolver una excepción cruda o transformar todo fallo en una respuesta inventada.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Recuperar según la causa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§3 · regla A4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Convertir fallos técnicos en observaciones útiles sin ocultarlos.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 incorrecta: Solicitar o corregir el identificador necesario.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Fallo temporal: Reintentar solo si la política y la operación lo permiten.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 respuesta: Explicar el límite sin inventar un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Devolver una excepción cruda o transformar todo fallo en una respuesta inventada.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 incorrecta; Fallo temporal; Sin respuesta.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consulta de póliza no encuentra el identificador enviado.</a:t>
            </a:r>
          </a:p>
          <a:p xmlns:a="http://schemas.openxmlformats.org/drawingml/2006/main">
            <a:r>
              <a:t>Leer: La tool informa que no se encontró la póliza.</a:t>
            </a:r>
          </a:p>
          <a:p xmlns:a="http://schemas.openxmlformats.org/drawingml/2006/main">
            <a:r>
              <a:t>Preguntar: Solicitar comprobar el dato aportado.</a:t>
            </a:r>
          </a:p>
          <a:p xmlns:a="http://schemas.openxmlformats.org/drawingml/2006/main">
            <a:r>
              <a:t>Evitar: No afirmar que el cliente carece de toda cobertura.</a:t>
            </a:r>
          </a:p>
          <a:p xmlns:a="http://schemas.openxmlformats.org/drawingml/2006/main">
            <a:r>
              <a:t>Resultado: No encontrar un registro no demuestra una conclusión más amplia.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no encontrado y servicio no disponible?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Devolver una excepción cruda o transformar todo fallo en una respuesta inventada.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Andina Seguros · Errores que el modelo puede usar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§3 · regla A4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Convertir fallos técnicos en observaciones útiles sin ocultarlos.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consulta de póliza no encuentra el identificador enviado.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Leer: La tool informa que no se encontró la póliza.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Preguntar: Solicitar comprobar el dato aportado.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Evitar: No afirmar que el cliente carece de toda cobertura.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No encontrar un registro no demuestra una conclusión más amplia.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Leer; Preguntar; Evitar.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consulta de póliza no encuentra el identificador enviado.</a:t>
            </a:r>
          </a:p>
          <a:p xmlns:a="http://schemas.openxmlformats.org/drawingml/2006/main">
            <a:r>
              <a:t>Leer: La tool informa que no se encontró la póliza.</a:t>
            </a:r>
          </a:p>
          <a:p xmlns:a="http://schemas.openxmlformats.org/drawingml/2006/main">
            <a:r>
              <a:t>Preguntar: Solicitar comprobar el dato aportado.</a:t>
            </a:r>
          </a:p>
          <a:p xmlns:a="http://schemas.openxmlformats.org/drawingml/2006/main">
            <a:r>
              <a:t>Evitar: No afirmar que el cliente carece de toda cobertura.</a:t>
            </a:r>
          </a:p>
          <a:p xmlns:a="http://schemas.openxmlformats.org/drawingml/2006/main">
            <a:r>
              <a:t>Resultado: No encontrar un registro no demuestra una conclusión más amplia.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no encontrado y servicio no disponible?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error forma parte del contrato de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Devolver una excepción cruda o transformar todo fallo en una respuesta inventada.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Docstring y esquema de argumentos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Bucle manual y create_agent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el mismo intercambio de mensajes en dos formas de orquestación.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responsabilidad conserva tu función de herramienta?».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Manual: La aplicación inspecciona tool_calls y ejecuta explícitamente.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Observación: El resultado vuelve como mensaje de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create_agent: La abstracción coordina ese patrón de interacción.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Manual; Observación; create_agent.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La primera consulta devuelve un estado de entrega.</a:t>
            </a:r>
          </a:p>
          <a:p xmlns:a="http://schemas.openxmlformats.org/drawingml/2006/main">
            <a:r>
              <a:t>Manual: Seguir paso a paso la llamada y ToolMessage.</a:t>
            </a:r>
          </a:p>
          <a:p xmlns:a="http://schemas.openxmlformats.org/drawingml/2006/main">
            <a:r>
              <a:t>Abstracción: Repetir con create_agent y las mismas tools.</a:t>
            </a:r>
          </a:p>
          <a:p xmlns:a="http://schemas.openxmlformats.org/drawingml/2006/main">
            <a:r>
              <a:t>Comparar: Identificar qué parte coordina ahora el framework.</a:t>
            </a:r>
          </a:p>
          <a:p xmlns:a="http://schemas.openxmlformats.org/drawingml/2006/main">
            <a:r>
              <a:t>Resultado: La abstracción reduce código de coordinación, no cambia la fuente del dato.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responsabilidad conserva tu función de herramienta?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create_agent arregla automáticamente una tool defectuosa.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Qué debe seguir siendo visible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el mismo intercambio de mensajes en dos formas de orquestación.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Catálogo: Las capacidades disponibles permanecen explícitas.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Errores: Las tools siguen siendo responsables de devolver resultados útiles.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Control: La ejecución necesita condiciones de parada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Suponer que create_agent arregla automáticamente una tool defectuosa.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Catálogo; Errores; Control.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La primera consulta devuelve un estado de entrega.</a:t>
            </a:r>
          </a:p>
          <a:p xmlns:a="http://schemas.openxmlformats.org/drawingml/2006/main">
            <a:r>
              <a:t>Manual: Seguir paso a paso la llamada y ToolMessage.</a:t>
            </a:r>
          </a:p>
          <a:p xmlns:a="http://schemas.openxmlformats.org/drawingml/2006/main">
            <a:r>
              <a:t>Abstracción: Repetir con create_agent y las mismas tools.</a:t>
            </a:r>
          </a:p>
          <a:p xmlns:a="http://schemas.openxmlformats.org/drawingml/2006/main">
            <a:r>
              <a:t>Comparar: Identificar qué parte coordina ahora el framework.</a:t>
            </a:r>
          </a:p>
          <a:p xmlns:a="http://schemas.openxmlformats.org/drawingml/2006/main">
            <a:r>
              <a:t>Resultado: La abstracción reduce código de coordinación, no cambia la fuente del dato.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responsabilidad conserva tu función de herramienta?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create_agent arregla automáticamente una tool defectuosa.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MercaSur · Bucle manual y create_agent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el mismo intercambio de mensajes en dos formas de orquestación.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primera consulta devuelve un estado de entrega.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Manual: Seguir paso a paso la llamada y ToolMessage.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Abstracción: Repetir con create_agent y las mismas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Identificar qué parte coordina ahora el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abstracción reduce código de coordinación, no cambia la fuente del dato.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Manual; Abstracción; Comparar.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La primera consulta devuelve un estado de entrega.</a:t>
            </a:r>
          </a:p>
          <a:p xmlns:a="http://schemas.openxmlformats.org/drawingml/2006/main">
            <a:r>
              <a:t>Manual: Seguir paso a paso la llamada y ToolMessage.</a:t>
            </a:r>
          </a:p>
          <a:p xmlns:a="http://schemas.openxmlformats.org/drawingml/2006/main">
            <a:r>
              <a:t>Abstracción: Repetir con create_agent y las mismas tools.</a:t>
            </a:r>
          </a:p>
          <a:p xmlns:a="http://schemas.openxmlformats.org/drawingml/2006/main">
            <a:r>
              <a:t>Comparar: Identificar qué parte coordina ahora el framework.</a:t>
            </a:r>
          </a:p>
          <a:p xmlns:a="http://schemas.openxmlformats.org/drawingml/2006/main">
            <a:r>
              <a:t>Resultado: La abstracción reduce código de coordinación, no cambia la fuente del dato.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responsabilidad conserva tu función de herramienta?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Comprender el bucle permite depurar la abstracción.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create_agent arregla automáticamente una tool defectuosa.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Errores que el modelo puede usar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Laboratorio L3 y Assignment A1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Demostrar una tool de lectura contra el simulador y sus tres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evidencia distingue un dato inventado de una consulta real?».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tool: Implementar la consulta de lectura asignada al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Tres escenarios: Éxito, no encontrado y servicio caído.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Mostrar argumentos, resultado y respuesta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Una tool; Tres escenarios;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mismo cliente se consulta con los modos de fallo del simulador.</a:t>
            </a:r>
          </a:p>
          <a:p xmlns:a="http://schemas.openxmlformats.org/drawingml/2006/main">
            <a:r>
              <a:t>Éxito: El agente explica el dato obtenido.</a:t>
            </a:r>
          </a:p>
          <a:p xmlns:a="http://schemas.openxmlformats.org/drawingml/2006/main">
            <a:r>
              <a:t>No encontrado: Pide verificar el identificador.</a:t>
            </a:r>
          </a:p>
          <a:p xmlns:a="http://schemas.openxmlformats.org/drawingml/2006/main">
            <a:r>
              <a:t>Caído: Reconoce que no pudo consultar en ese momento.</a:t>
            </a:r>
          </a:p>
          <a:p xmlns:a="http://schemas.openxmlformats.org/drawingml/2006/main">
            <a:r>
              <a:t>Resultado: La prueba cubre comportamiento útil y manejo explícito de fallos.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distingue un dato inventado de una consulta real?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Probar solo el caso feliz o ejecutar sin registrar la observación.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Del primer conector al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Preparar una prueba reproducible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Demostrar una tool de lectura contra el simulador y sus tres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Caso: Usar la entrada y el modo de fallo indicados por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Observación: Conservar el resultado de la tool antes de la redacción.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Comprobar que la respuesta refleja ese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Probar solo el caso feliz o ejecutar sin registrar la observación.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Caso; Observación; Criterio.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mismo cliente se consulta con los modos de fallo del simulador.</a:t>
            </a:r>
          </a:p>
          <a:p xmlns:a="http://schemas.openxmlformats.org/drawingml/2006/main">
            <a:r>
              <a:t>Éxito: El agente explica el dato obtenido.</a:t>
            </a:r>
          </a:p>
          <a:p xmlns:a="http://schemas.openxmlformats.org/drawingml/2006/main">
            <a:r>
              <a:t>No encontrado: Pide verificar el identificador.</a:t>
            </a:r>
          </a:p>
          <a:p xmlns:a="http://schemas.openxmlformats.org/drawingml/2006/main">
            <a:r>
              <a:t>Caído: Reconoce que no pudo consultar en ese momento.</a:t>
            </a:r>
          </a:p>
          <a:p xmlns:a="http://schemas.openxmlformats.org/drawingml/2006/main">
            <a:r>
              <a:t>Resultado: La prueba cubre comportamiento útil y manejo explícito de fallos.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distingue un dato inventado de una consulta real?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Probar solo el caso feliz o ejecutar sin registrar la observación.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Del primer conector al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Laboratorio L3 y Assignment A1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Demostrar una tool de lectura contra el simulador y sus tres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mismo cliente se consulta con los modos de fallo del simulador.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Éxito: El agente explica el dato obtenido.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encontrado: Pide verificar el identificador.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Caído: Reconoce que no pudo consultar en ese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prueba cubre comportamiento útil y manejo explícito de fallos.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Éxito; No encontrado; Caído.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mismo cliente se consulta con los modos de fallo del simulador.</a:t>
            </a:r>
          </a:p>
          <a:p xmlns:a="http://schemas.openxmlformats.org/drawingml/2006/main">
            <a:r>
              <a:t>Éxito: El agente explica el dato obtenido.</a:t>
            </a:r>
          </a:p>
          <a:p xmlns:a="http://schemas.openxmlformats.org/drawingml/2006/main">
            <a:r>
              <a:t>No encontrado: Pide verificar el identificador.</a:t>
            </a:r>
          </a:p>
          <a:p xmlns:a="http://schemas.openxmlformats.org/drawingml/2006/main">
            <a:r>
              <a:t>Caído: Reconoce que no pudo consultar en ese momento.</a:t>
            </a:r>
          </a:p>
          <a:p xmlns:a="http://schemas.openxmlformats.org/drawingml/2006/main">
            <a:r>
              <a:t>Resultado: La prueba cubre comportamiento útil y manejo explícito de fallos.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distingue un dato inventado de una consulta real?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tool no está terminada hasta que sus errores también son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Probar solo el caso feliz o ejecutar sin registrar la observación.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Bucle manual y create_agent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 · Sigue: Del primer conector al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Del primer conector al catálogo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proyecto-final y Qué NO entra hoy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Situar la primera tool como base de las decisiones entre varias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primer conector al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debe quedar estable al incorporar la segunda tool?».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Checkpoint L3: Una herramienta de lectura con contrato y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Cuatro tools núcleo con responsabilidades diferenciadas.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Proyecto: Reutilizar el trabajo en una arquitectura acumulativa.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Checkpoint L3; S4; Proyecto.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equipo quiere añadir saldo, movimientos, comisiones y riesgo.</a:t>
            </a:r>
          </a:p>
          <a:p xmlns:a="http://schemas.openxmlformats.org/drawingml/2006/main">
            <a:r>
              <a:t>Partir: La primera consulta ya maneja errores.</a:t>
            </a:r>
          </a:p>
          <a:p xmlns:a="http://schemas.openxmlformats.org/drawingml/2006/main">
            <a:r>
              <a:t>Diseñar: Separar responsabilidades de las nuevas tools.</a:t>
            </a:r>
          </a:p>
          <a:p xmlns:a="http://schemas.openxmlformats.org/drawingml/2006/main">
            <a:r>
              <a:t>Anticipar: S4 medirá confusiones entre ellas.</a:t>
            </a:r>
          </a:p>
          <a:p xmlns:a="http://schemas.openxmlformats.org/drawingml/2006/main">
            <a:r>
              <a:t>Resultado: Sumar tools aumenta opciones y también posibilidades de selección incorrecta.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debe quedar estable al incorporar la segunda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Ampliar capacidades sin probar selección ni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Preparar la ampliación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proyecto-final y Qué NO entra hoy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Situar la primera tool como base de las decisiones entre varias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primer conector al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Conservar: Mantener las garantías de la primera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Diferenciar: Definir fronteras antes de sumar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Comprobar selección correcta cuando exista más de una opción.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Ampliar capacidades sin probar selección ni límites.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Conservar; Diferenciar; Medir.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equipo quiere añadir saldo, movimientos, comisiones y riesgo.</a:t>
            </a:r>
          </a:p>
          <a:p xmlns:a="http://schemas.openxmlformats.org/drawingml/2006/main">
            <a:r>
              <a:t>Partir: La primera consulta ya maneja errores.</a:t>
            </a:r>
          </a:p>
          <a:p xmlns:a="http://schemas.openxmlformats.org/drawingml/2006/main">
            <a:r>
              <a:t>Diseñar: Separar responsabilidades de las nuevas tools.</a:t>
            </a:r>
          </a:p>
          <a:p xmlns:a="http://schemas.openxmlformats.org/drawingml/2006/main">
            <a:r>
              <a:t>Anticipar: S4 medirá confusiones entre ellas.</a:t>
            </a:r>
          </a:p>
          <a:p xmlns:a="http://schemas.openxmlformats.org/drawingml/2006/main">
            <a:r>
              <a:t>Resultado: Sumar tools aumenta opciones y también posibilidades de selección incorrecta.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debe quedar estable al incorporar la segunda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Ampliar capacidades sin probar selección ni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Banco Inti · Del primer conector al catálogo</a:t>
            </a:r>
          </a:p>
          <a:p xmlns:a="http://schemas.openxmlformats.org/drawingml/2006/main">
            <a:r>
              <a:t>Sesión: Herramientas e integración externa</a:t>
            </a:r>
          </a:p>
          <a:p xmlns:a="http://schemas.openxmlformats.org/drawingml/2006/main">
            <a:r>
              <a:t>Archivo: 03-tools-api-externa-editable-v2.pptx</a:t>
            </a:r>
          </a:p>
          <a:p xmlns:a="http://schemas.openxmlformats.org/drawingml/2006/main">
            <a:r>
              <a:t>Sección que soporta: proyecto-final y Qué NO entra hoy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https://github.com/javierrosado/ariwalab-course-langchain/blob/27c24090f1662f9473b673d2020e7bffee04490b/modulo-1-fundamentos/sesion-03-tools-api-externa/README.md</a:t>
            </a:r>
          </a:p>
          <a:p xmlns:a="http://schemas.openxmlformats.org/drawingml/2006/main">
            <a:r>
              <a:t>Contexto adicional: laboratorios, demos y soluciones de modulo-1-fundamentos/sesion-03-tools-api-externa;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Situar la primera tool como base de las decisiones entre varias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primer conector al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equipo quiere añadir saldo, movimientos, comisiones y riesgo.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Partir: La primera consulta ya maneja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Diseñar: Separar responsabilidades de las nuevas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Anticipar: S4 medirá confusiones entre ellas.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Sumar tools aumenta opciones y también posibilidades de selección incorrecta.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Partir; Diseñar; Anticipar.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equipo quiere añadir saldo, movimientos, comisiones y riesgo.</a:t>
            </a:r>
          </a:p>
          <a:p xmlns:a="http://schemas.openxmlformats.org/drawingml/2006/main">
            <a:r>
              <a:t>Partir: La primera consulta ya maneja errores.</a:t>
            </a:r>
          </a:p>
          <a:p xmlns:a="http://schemas.openxmlformats.org/drawingml/2006/main">
            <a:r>
              <a:t>Diseñar: Separar responsabilidades de las nuevas tools.</a:t>
            </a:r>
          </a:p>
          <a:p xmlns:a="http://schemas.openxmlformats.org/drawingml/2006/main">
            <a:r>
              <a:t>Anticipar: S4 medirá confusiones entre ellas.</a:t>
            </a:r>
          </a:p>
          <a:p xmlns:a="http://schemas.openxmlformats.org/drawingml/2006/main">
            <a:r>
              <a:t>Resultado: Sumar tools aumenta opciones y también posibilidades de selección incorrecta.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debe quedar estable al incorporar la segunda tool?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catálogo crece sobre contratos claros, no sobre funciones indistintas.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Ampliar capacidades sin probar selección ni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S2: esquemas y recuperación de errores · Capítulo previo: Laboratorio L3 y Assignment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S4: catálogo de tools y selección dinámica.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951b5587442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be311dcb0418b" /><Relationship Type="http://schemas.openxmlformats.org/officeDocument/2006/relationships/slideLayout" Target="/ppt/slideLayouts/slideLayout1.xml" Id="R64303ba59ed2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303ba59ed2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80f509c6e4fb4" /><Relationship Type="http://schemas.openxmlformats.org/officeDocument/2006/relationships/notesSlide" Target="/ppt/notesSlides/notesSlide1.xml" Id="Rc290b99518a940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ee81ca87d4305" /><Relationship Type="http://schemas.openxmlformats.org/officeDocument/2006/relationships/notesSlide" Target="/ppt/notesSlides/notesSlide2.xml" Id="R342dbf47bd014f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8af3edd444111" /><Relationship Type="http://schemas.openxmlformats.org/officeDocument/2006/relationships/notesSlide" Target="/ppt/notesSlides/notesSlide3.xml" Id="R30f97399cfbf46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f0ed466954be6" /><Relationship Type="http://schemas.openxmlformats.org/officeDocument/2006/relationships/notesSlide" Target="/ppt/notesSlides/notesSlide4.xml" Id="R608dccf71d974c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3fb55435f4f5e" /><Relationship Type="http://schemas.openxmlformats.org/officeDocument/2006/relationships/notesSlide" Target="/ppt/notesSlides/notesSlide5.xml" Id="R3c1a8e4537404f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167dac2ec4878" /><Relationship Type="http://schemas.openxmlformats.org/officeDocument/2006/relationships/notesSlide" Target="/ppt/notesSlides/notesSlide6.xml" Id="R2d04e4c90ae847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7167d8f64417d" /><Relationship Type="http://schemas.openxmlformats.org/officeDocument/2006/relationships/notesSlide" Target="/ppt/notesSlides/notesSlide7.xml" Id="Rff496dbec4a946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353861c4e4762" /><Relationship Type="http://schemas.openxmlformats.org/officeDocument/2006/relationships/notesSlide" Target="/ppt/notesSlides/notesSlide8.xml" Id="Rdde40663822e4a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fcff466ca4afe" /><Relationship Type="http://schemas.openxmlformats.org/officeDocument/2006/relationships/notesSlide" Target="/ppt/notesSlides/notesSlide9.xml" Id="R62e3e0bd729b41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785e11a9144dc" /><Relationship Type="http://schemas.openxmlformats.org/officeDocument/2006/relationships/notesSlide" Target="/ppt/notesSlides/notesSlide10.xml" Id="R07c57060be8e4f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59954e1ef4634" /><Relationship Type="http://schemas.openxmlformats.org/officeDocument/2006/relationships/notesSlide" Target="/ppt/notesSlides/notesSlide11.xml" Id="Rdce46a3747ea44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8bbf913264d34" /><Relationship Type="http://schemas.openxmlformats.org/officeDocument/2006/relationships/notesSlide" Target="/ppt/notesSlides/notesSlide12.xml" Id="R2c9ef969bd0c43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2021f3d124152" /><Relationship Type="http://schemas.openxmlformats.org/officeDocument/2006/relationships/notesSlide" Target="/ppt/notesSlides/notesSlide13.xml" Id="R8cf4205dfc9248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b549657dd4082" /><Relationship Type="http://schemas.openxmlformats.org/officeDocument/2006/relationships/notesSlide" Target="/ppt/notesSlides/notesSlide14.xml" Id="R919fa3040aa443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cd4431af84522" /><Relationship Type="http://schemas.openxmlformats.org/officeDocument/2006/relationships/notesSlide" Target="/ppt/notesSlides/notesSlide15.xml" Id="R39b3af0558174c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bd16c060e4bb0" /><Relationship Type="http://schemas.openxmlformats.org/officeDocument/2006/relationships/notesSlide" Target="/ppt/notesSlides/notesSlide16.xml" Id="Ra2a3064c587840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3a0fa97f3404e" /><Relationship Type="http://schemas.openxmlformats.org/officeDocument/2006/relationships/notesSlide" Target="/ppt/notesSlides/notesSlide17.xml" Id="Rb450ddf986714c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84d3e8244199" /><Relationship Type="http://schemas.openxmlformats.org/officeDocument/2006/relationships/notesSlide" Target="/ppt/notesSlides/notesSlide18.xml" Id="R7107f02e58594a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5f4cc9bc54f09" /><Relationship Type="http://schemas.openxmlformats.org/officeDocument/2006/relationships/notesSlide" Target="/ppt/notesSlides/notesSlide19.xml" Id="R1b4e22abe8f44b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64aedba364c39" /><Relationship Type="http://schemas.openxmlformats.org/officeDocument/2006/relationships/notesSlide" Target="/ppt/notesSlides/notesSlide20.xml" Id="R786da652c49f4f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855b01a34470d" /><Relationship Type="http://schemas.openxmlformats.org/officeDocument/2006/relationships/notesSlide" Target="/ppt/notesSlides/notesSlide21.xml" Id="R946346dfbe4a4c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339E14C-64B4-4696-AE5D-6D2D0CB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C89FA-D294-440F-92EA-4D78EFE5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C474CCC-C3FD-4705-B887-34E10A06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49A2AE3-8244-4C15-8671-0E9149CE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13662-0E1F-4F22-ACB5-409672D6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 conocimiento a la consulta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4E78BC6-852F-4D5D-9D86-EB27A30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 hechos del negocio a partir de la fuente externa pertinente.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1F2EEFF-0643-4601-9056-E76932E4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CA9B20A-9134-4925-A3EF-7B538E1E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64F1558-F73B-4988-B002-4F86275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A3B8AD5-D68F-4262-92B2-F778BE59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28BD9C4-9489-413D-A079-ADDF8744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920DDE1-1AD8-4B27-8796-7D6E301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0A581BD-65CF-4A02-9C1B-747D0AB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684BBE8-931A-48B1-AAD4-119FF2B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DF96EE-6540-4D10-8A57-B2BFA81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72F5B00-1FAD-4B1F-B9FF-E53B06D3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B14F316-5463-4EEC-98F2-A5DD8BE9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C2CC0-DFF3-4D89-BC08-DF7BE8B0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526EF66-5FE1-4211-AF35-4B89FBCB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344CAE1-7701-457A-85B4-65B87CDC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Solicitud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5389AA2-09E5-42F1-9B15-FD089E4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pide un dato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específico del dominio.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A15A607-B171-4F67-9425-0E7443E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A50563C-4B6F-4493-90D2-8E20709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AEFCC-CB88-47D7-98F3-B2F0E4B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8910C88-3524-465D-B22A-402858E6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4AB0B35-421D-4CED-BB78-916C2FFE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F12D734-6064-4F1A-83D3-3391729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Expone una capacidad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limitada de consulta.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680D799-5A99-439E-8A5F-EF426744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FAAF281-6A53-461A-8A35-798CFF0D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5FFEEA-676F-487D-BDF4-07980E6F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7D87560-52FE-4006-94C2-4CDC2BAA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5AD5532-4C83-4D8F-B263-2BCF2A9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B26743FC-B299-4521-85DC-D8845E6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redacta a partir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resultado recibido.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A729A32F-6BF2-4F39-BB14-12B0D29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7730C4-3C23-4189-A39E-8BE0713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02E12E7-C83D-4EB3-8ACE-3CFCD11F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aporta el estado real del pedido?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DA64830-2E51-44CB-827B-65F71DE7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C48D2309-941C-4E96-8161-2E9EE248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F1EE7A9-DF3B-4A03-AC1A-F829CB8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el LLM conoce el dato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porque mencionó una tool.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285EEC8-E823-405B-A6F5-84D694E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6DA53BF-F0F8-4A34-A660-279A077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tools conectan el lenguaje con capacidades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997241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CA2245F-26C7-4376-B25E-3EBCEEE6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BD25A-0144-4766-A4B1-18394CC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2EF943-ED91-44F8-840C-0272241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4EA4127-C660-4587-8203-5F82769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FCD110-7CB5-45D4-8E7E-A813474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tres responsabilidades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1FD5287-24D7-4B6C-8F86-53174D7D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 hechos del negocio a partir de la fuente externa pertinente.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E8E28F0-747E-46EB-B29C-DF30CD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14FB465-C728-436B-ABB4-BBACDED0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B97037B-5263-48F9-8951-1D2A162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C388899-D8A5-41BD-AFE9-1B483F59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C343C21-C748-4483-B7E9-9EB1F1AE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C2342A-9A1E-4902-86AC-28F4268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0B68FFA-D649-4B0E-A774-BD31903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EDBBC35-C00D-4F25-BC46-2BFDD24B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CCBB9A1-895C-4032-8A4E-35E28B1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Propone qué capacidad y argumentos necesita.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 y ejecuta la llamada.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Sistema externo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Devuelve el dato o el error del negocio.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E47FA8D-CCAF-4281-8538-63D3361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AC419155-2A5C-41BF-8190-5AE2A4E8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CD89448B-AB69-4845-BC6E-3B3D4DE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el LLM conoce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 porque mencionó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1108CD41-2884-4508-840B-61B5A1BF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9BD2C51B-7D65-41D3-9760-82B09F1D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A152966-B9CC-410F-9453-B7157B9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D9EAA3E-23AD-436A-BA89-BAAF96E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aporta el estado real del pedido?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6F24188-6D72-44E0-8DA7-AF4C235C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E4D4657-BAEF-4CED-A836-FA0CD067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tools conectan el lenguaje con capacidades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607667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D2A63493-FCA6-4C2A-909D-E27CD882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F700-2235-478C-A30C-BAE27CE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AD5D80F-3172-4FFA-B52E-1209FF64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2B0B0B6-F70B-41A4-AB52-02072E09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B6C69B-9605-4C94-8393-4B024494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Del conocimiento a la consulta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A2F7D0B-7317-4664-9291-EAF7D71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 hechos del negocio a partir de la fuente externa pertinente.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1C51F8C-0DD0-4882-97F0-AF4FA58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B58F97C-827A-4A96-A0E7-0C76507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C59F2C2-1211-4EE3-A4DB-17DF20B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4A9B616-72D1-4643-A967-3725898A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F805FC6-FEBD-4663-9641-D661B6C8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5EC9C4-3774-4E99-8786-50D63713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04B1C68-14A7-4B74-AC7C-ECF7339D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647445B-A648-4BB1-9326-D2BCE17F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DD173D-FA83-4CE0-97D8-4049DAC9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BB75B9B-0575-4CD5-B944-BB4A430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583CA112-9C52-441A-9810-8C2869DE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080AA7A-C4EE-4372-A35E-0EEA9988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«¿Dónde está el pedido PED-2026-00123?»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AA394B6-6BE5-4D23-91A8-BF553B4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C3E36F2-28E2-4013-B54A-FC59DA4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B358E-008E-4A13-8BA8-CFC2B571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F2FB6C3-BBCA-4674-91EB-B5CEA304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12B36B8-C094-4B16-8C56-D3B9DBF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76B0DFB1-801F-43B7-BA50-6262552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tarea requiere el sistema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pedidos.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37FC073-241F-4169-96FE-81FB1A3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63CE06D-EB82-4287-BC9C-9ADD9870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F21ED-260C-4F80-978C-26A3818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7A6F57A-00B5-464C-AAD5-F1C7F75F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A587524-ACCC-43E6-A054-FF3D890E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DF7802E-40CF-4468-BFE2-1699710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track_order recibe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identificador validado.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76F2167-B6C5-460F-AC71-85472028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E7927F2-7C64-4923-A15F-958B06D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B8B8E-42B9-4003-83F4-E00D7823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9283292-D163-4FAA-B266-CE81A59F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BB876C8-B1D8-4D63-9251-DB12E3C6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4D81145-BD9A-4039-A152-F1F93D3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usa el estado real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devuelto por el simulador.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F69F0302-632B-4DF6-A59D-29DACB1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2DC2328-5DE2-4493-AEDF-6AD71796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1E515EE0-9313-4433-BD0A-F4D935E5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puede vincularse con una consulta concreta.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94FC60A-2D82-4961-82EE-CFD915CE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2F163D8-B8E6-4E30-9A3C-D30192B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tools conectan el lenguaje con capacidades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413964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D35A282-5F34-49D0-9146-F7B1862B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01CE0-1400-4546-9558-E8B4851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AEA890B-4A99-4CA4-B671-8142D2DA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4C2C70A-219B-4FCB-BEAA-4FE3A4A0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9F9387-2D98-423A-B83A-1E4E5494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Function calling: proponer y ejecutar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F08DC5C-33F8-4A6E-B17C-14613E10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Seguir la llamada desde la salida del modelo hasta ToolMessage.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49DA74E-33A7-4C93-9160-C138FD9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A81E42A-D817-44AD-8E0C-8163471C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A87DBFB-41A6-4146-B42F-DBEE9C7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0A1D6A4-2F69-4A1B-91D3-2EBDB258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8A180A4-D4C0-4FC2-A2F1-196336E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96B0ED8-7A33-47AC-9CF7-7D8E0E0E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B635550-37E0-4150-ABA9-8B619DCA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4C739FC-AFA7-4FE2-900A-BB3B7325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DF1FCE-F3FF-4A21-BD39-779EA646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EL CÓDIGO EJECUTA; EL MODELO RECIBE LA OBSERVACIÓN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202436B6-5DCF-4B59-B596-F6FB9F8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llm">
            <a:extLst xmlns:a="http://schemas.openxmlformats.org/drawingml/2006/main">
              <a:ext uri="{FF2B5EF4-FFF2-40B4-BE49-F238E27FC236}">
                <a16:creationId xmlns:a16="http://schemas.microsoft.com/office/drawing/2014/main" id="{90B15C9F-5EE6-4B1D-92A5-58887138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94C5C056-AFED-444B-93E6-154B6388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LLM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D59E851B-3B68-4ACB-AA76-BAF256A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Emite tool_calls</a:t>
            </a:r>
          </a:p>
        </p:txBody>
      </p:sp>
      <p:sp>
        <p:nvSpPr>
          <p:cNvPr id="20" name="component-code">
            <a:extLst xmlns:a="http://schemas.openxmlformats.org/drawingml/2006/main">
              <a:ext uri="{FF2B5EF4-FFF2-40B4-BE49-F238E27FC236}">
                <a16:creationId xmlns:a16="http://schemas.microsoft.com/office/drawing/2014/main" id="{DCC40468-4991-401A-A6AC-4BB5F8E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3762D22-A1F8-4437-89AD-AE96CEF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Aplicación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50C820EC-0723-4E3B-A804-CC534B7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 e invoca la tool</a:t>
            </a:r>
          </a:p>
        </p:txBody>
      </p:sp>
      <p:sp>
        <p:nvSpPr>
          <p:cNvPr id="23" name="component-sys">
            <a:extLst xmlns:a="http://schemas.openxmlformats.org/drawingml/2006/main">
              <a:ext uri="{FF2B5EF4-FFF2-40B4-BE49-F238E27FC236}">
                <a16:creationId xmlns:a16="http://schemas.microsoft.com/office/drawing/2014/main" id="{008288EC-F9C3-4E9F-BEF6-46CFFF76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E5CA6F6-A6A4-46CC-ABB9-82C5A5E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Simulador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521C273-ED56-4E86-908A-C71B4A6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Devuelve dato o error</a:t>
            </a:r>
          </a:p>
        </p:txBody>
      </p:sp>
      <p:sp>
        <p:nvSpPr>
          <p:cNvPr id="26" name="component-msg">
            <a:extLst xmlns:a="http://schemas.openxmlformats.org/drawingml/2006/main">
              <a:ext uri="{FF2B5EF4-FFF2-40B4-BE49-F238E27FC236}">
                <a16:creationId xmlns:a16="http://schemas.microsoft.com/office/drawing/2014/main" id="{78688D5F-DB6E-4F68-B626-9C6353D9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C28C119-E70A-485E-B708-6A67032F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ToolMessage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BD968FAF-3560-41F8-80C1-910E861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+ tool_call_id</a:t>
            </a:r>
          </a:p>
        </p:txBody>
      </p:sp>
      <p:sp>
        <p:nvSpPr>
          <p:cNvPr id="29" name="component-res">
            <a:extLst xmlns:a="http://schemas.openxmlformats.org/drawingml/2006/main">
              <a:ext uri="{FF2B5EF4-FFF2-40B4-BE49-F238E27FC236}">
                <a16:creationId xmlns:a16="http://schemas.microsoft.com/office/drawing/2014/main" id="{3A22A695-6B4A-4A91-857A-D0E26DE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E87BE57-35F1-44C9-B5A1-7A836457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B34341A-E7CB-4042-8FDE-6DC27151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 la observación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recibida</a:t>
            </a:r>
          </a:p>
        </p:txBody>
      </p:sp>
      <p:cxnSp>
        <p:nvCxnSpPr>
          <p:cNvPr id="7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23" idx="2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6410325" y="4076700"/>
            <a:ext cx="1885950" cy="18430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6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3333750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AF148A46-2D46-43C3-A577-FE8062FF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F4B447B0-6C81-4331-8E58-83959F7A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38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B2322892-5134-4BAF-93EB-7AC8A5C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Nombrar una tool en texto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libre no prueba que se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ejecutó.</a:t>
            </a:r>
          </a:p>
        </p:txBody>
      </p:sp>
      <p:sp>
        <p:nvSpPr>
          <p:cNvPr id="39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78E94A12-09A9-40D2-884F-4A6E7B21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0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849055C4-9F11-47D8-9DAD-428AEFF7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¿Quién realiza realmente la conexión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HTTP?</a:t>
            </a:r>
          </a:p>
        </p:txBody>
      </p:sp>
      <p:sp>
        <p:nvSpPr>
          <p:cNvPr id="41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6EC1BB00-CEEF-465C-8805-7FC1938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Dibujar una flecha directa del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a la base como si ejecutara código.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0DB332E6-1F51-4D70-B894-3CA36A95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D4FCA93-C304-45D2-8388-3B142003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LLM genera la petición; la aplicación produce el efecto.</a:t>
            </a:r>
          </a:p>
        </p:txBody>
      </p:sp>
    </p:spTree>
    <p:extLst>
      <p:ext uri="{BB962C8B-B14F-4D97-AF65-F5344CB8AC3E}">
        <p14:creationId xmlns:p14="http://schemas.microsoft.com/office/powerpoint/2010/main" val="1338505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902682FA-B5F1-42F8-ABB4-EAF819EE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23F20-2E4E-475B-802B-4D89C514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4D33AE3-7815-4C88-9AFC-B172DE3A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AF9873E-FB03-49E8-B21B-0F0BE69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E575D6-07F9-4CE2-900B-035CB16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Completar el intercambio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1E792EA-21C3-4031-B904-97D39A6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Seguir la llamada desde la salida del modelo hasta ToolMessage.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F3A960B-F6CE-4C54-AA8C-EF213243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702507-9E0C-425D-81D3-C535D29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0F78A83-AC5C-4A74-89CE-F928C1B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F1433B5-8171-4B7E-876A-E99DFDCD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D4CE334-6AAA-4CC8-A337-154785F9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1FEA5B9-9319-4603-AAE4-A02F45F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C74BF83-6F7A-4E63-84E3-B1F8859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88E18B8-10A4-4AB9-AC9F-56B1D5C1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52BCF0-E6F1-4ADA-A7E1-08FD1CE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el mensaje del modelo que contiene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tool_calls.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Ejecutar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Invocar la capacidad seleccionada con los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argumentos.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Enviar ToolMessage para que el modelo use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B545A01-5140-4DFA-B82F-4CA30D04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70EA480-C290-43C8-99D0-0923355F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D026687-409A-4553-9231-EEA9372E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Dibujar una flecha directa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a la base como si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ejecutara código.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8D4E29C-7CB1-428A-AFE3-7E602D2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AC289956-115C-4940-85D1-A4BDEAE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7FB37D9-8822-4DB1-B869-66D9EF5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6727B9BA-94D6-4CAA-B154-321B741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¿Quién realiza realmente la conexión HTTP?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C9210C4-88BD-4757-B47B-08100110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FF0FF69-8631-4C1F-8009-0B28E76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LLM genera la petición; la aplicación produce el efecto.</a:t>
            </a:r>
          </a:p>
        </p:txBody>
      </p:sp>
    </p:spTree>
    <p:extLst>
      <p:ext uri="{BB962C8B-B14F-4D97-AF65-F5344CB8AC3E}">
        <p14:creationId xmlns:p14="http://schemas.microsoft.com/office/powerpoint/2010/main" val="1827976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A360576-A631-44E8-B88D-7AF7D9E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40B4C-BED3-478E-8309-E83795D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27D2F17-83BD-4CF7-9EDE-5D1C3FA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DFECC5D-D1EC-4E1C-B7AF-468CB4E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5E85FF-CC28-4E25-8DE3-353B555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Function calling: proponer y ejecutar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0D4D229-2B80-4E1F-8EFC-86690F9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Seguir la llamada desde la salida del modelo hasta ToolMessage.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769628B-0C8F-4616-8CEF-B74578AE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B809683-4300-4FB2-9D22-D6B0A7D4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566D7A8-5D3F-4531-8D53-0B24EE6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E7F5EE4-6F76-4F8B-826E-FF77B94F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B2A84C5-D50A-4910-BC01-E7F89D13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383AF22-E033-4493-BA68-42E6AEFE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4B29A1F-D22F-47BE-81C2-B58839D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AD5D389-815E-4F7E-8A0E-84751808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C794160-8111-4047-8ED8-A6F823B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33DAEE2-39DA-4F1B-ABDE-D9CEA29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1CEAC4F-BD4F-4BA1-BCC4-B790837D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0149D46-A39D-438C-AE89-5F1CB8E4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propone consultar consumo de una línea.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32C6E69-4C56-4635-B24F-BB6B7D45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5808DCA-38CF-4BC7-94EF-5F870A19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F943A-6C3C-4F5E-9FCB-C7C288F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494EEF4-F830-4229-93B4-A76BD261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1753A32-0FAC-43FE-9F4C-06CCBECB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Propuesta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61C8B8DE-D19B-4CDC-A0FC-EB65D697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tool_calls identifica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 y su argumento.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6AEA924-3BB8-4911-8A0F-91B2304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5036E86-A2DB-46DB-BB2C-3557060F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7BE72-8D0A-40DA-91FF-441A0315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9E3CA09-8006-42D4-9465-914A1F54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D500E80-9EA4-4746-A7B0-8AF1EB8F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55FAC37-94CB-4906-8B6D-8DEFF0D5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Python realiza la petición HTTP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simulador.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ECF3648-62D5-49EE-83CC-5C2F51D7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770C742-5C0B-40D6-8E19-2EC1DB7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6A2E20-35FB-4109-A485-8F5F9415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22DA470-6A62-4410-BE2D-2A27C8AC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0B1EF78-C9B9-4058-995F-5C667A7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Observación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0FE3639-00BD-41C4-9257-2729B671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resultado vuelve al modelo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la respuesta final.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A2A3199-9F12-405E-9E5D-4DED0B5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14100FB-784F-4856-BFFC-1E8C9168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02B3662-8A17-433D-A690-4C00F539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Nombrar una herramienta en texto no es ejecutarla.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FE84CE8-094A-4463-858C-D3BBCEE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3131EEA-17EE-48CB-A78F-024612E2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LLM genera la petición; la aplicación produce el efecto.</a:t>
            </a:r>
          </a:p>
        </p:txBody>
      </p:sp>
    </p:spTree>
    <p:extLst>
      <p:ext uri="{BB962C8B-B14F-4D97-AF65-F5344CB8AC3E}">
        <p14:creationId xmlns:p14="http://schemas.microsoft.com/office/powerpoint/2010/main" val="667968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901E5689-6CD1-43F1-AD99-06454A81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1267C-54C1-4FE1-82F4-1B204CA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C182F87-9993-4618-8E2E-EDB60E0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EC320E7-AC77-48A4-B5F7-EC45CAD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083E44-E10C-4CC7-914F-E0472586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Docstring y esquema de argumentos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715E668-BD3A-4886-9320-0CD50A1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una tool que el modelo pueda seleccionar y usar correctamente.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1423BAF-370F-4823-9303-2552B565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1315A74-75A2-4E3E-A933-DBCC0D94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58961D3-49BE-412F-B9B5-2BA4D5B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4FD89C2-23A4-4B73-9100-AB292DC2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A245BE4-84A1-46A1-933E-754AC39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7D422A4-338B-4649-B42B-068617FA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084074C-2908-4F7C-94C7-FB02CA32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BCD3D42-27BF-4B74-9A0D-2FAF6D0A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4DAA76A-01F9-4AA0-BD93-BCF4750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3DE1AF0-2935-4254-AF8F-98699124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E6B5667-9D5A-47C7-A66A-E5F4374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2FEED-CEF0-48F4-8BEA-2B36C59A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3662856-6E1A-4A8F-A5B4-6D19565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EE9E4A9-4D3B-4A2F-96B3-3A1F90C6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Propósito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510F2E5-3307-4597-B19F-B2114974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qué consulta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 resuelve.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A9C6A00-AAB1-494D-AD20-5E3E238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65C44E6-0261-4539-A4E0-E9ABA10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5CFC8-884A-4BF3-B834-6C713FFA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6503D23-E649-4CC0-95CF-11DDE98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431BFF8-CC6C-4748-9939-FF11F3F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Frontera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0D3C6A3-B58B-4D76-BFEA-2E896EB9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Decir cuándo usarla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cuándo no usarla.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4BE1F13-0961-40CA-8C91-CD54971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C46289E-9143-485D-BC52-74E7D132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8F9AA-1AEC-458C-B3AE-D6297F8E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346232-254C-4DF2-8982-52FC4A7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234A522-36B6-49F4-ADFC-85B13C31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Argumentos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02B17A04-7203-41F4-81DE-32815CF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campos, tipos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restricciones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args_schema.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A16A27E7-9E31-4CA5-A725-2614853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20673CA-9EDB-4127-890B-287F4C0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CCECF225-5B26-4A97-ACAA-DF15FDA8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frase añadirías para explicar cuándo NO usar tu tool?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D04A5D49-7522-44DC-B731-90E3112B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10058BEA-432C-4BD1-8443-02E35321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AC2F1A7-DF36-43C9-AFA4-2EC9FE84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solo la implementación HTTP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omitir el propósito.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275A1F20-30A4-4E69-8DDB-BC8B09BF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8D7416A3-09C9-45B9-AB91-06A93CC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tool bien descrita reduce decisiones ambiguas.</a:t>
            </a:r>
          </a:p>
        </p:txBody>
      </p:sp>
    </p:spTree>
    <p:extLst>
      <p:ext uri="{BB962C8B-B14F-4D97-AF65-F5344CB8AC3E}">
        <p14:creationId xmlns:p14="http://schemas.microsoft.com/office/powerpoint/2010/main" val="1786816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4181F5E-74CF-4668-BBD4-2648C263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E769C-2A3A-4787-8FD9-05885E4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FB6ABA6-D25A-400B-8D5C-12C57EDB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5BF466C-1489-450F-BA4C-D0E8EFDF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B9CA69-9D2C-4C44-9A9F-16CCAF5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Revisar el contrato de la tool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F72EEC1-AF4E-4C1D-BC5D-10C6311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una tool que el modelo pueda seleccionar y usar correctamente.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99A830C-4B98-4D80-A797-C636272D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6BE14F4-66AA-48CE-94B9-7E9F2642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49C6861-73D7-4020-9BD8-4FE409F5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06FEC77-6EF4-4E9A-AEF1-F4DB39F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E687324-EBB3-4E0E-8318-0729E1F0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B88988A-00DA-4A27-902B-5E61B1B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DE7A04E-7D6A-48F3-A31D-87109ABE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152F706-1AA5-444F-AE81-CFADD0C3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CA44B7-13DD-41B9-A483-C7DC600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Debe expresar la capacidad sin ambigüedad.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Docstring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Incluir límites y significado de los parámetros.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Esquema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Rechazar entradas incompletas o incompatibles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 de llamar.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17916BA-D36F-4A7E-9B6E-FC590749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A8CC02B-0CEC-4E81-A307-270DCF8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A56C371C-EADC-4699-AAB0-392BD65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solo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implementación HTTP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omitir el propósito.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12F158E8-AABF-4D74-81B9-A187EA12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898BDDC8-8C47-4724-985A-9D6A631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EFC777D7-F8F1-4EF0-9D41-AEA9993E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3C59301A-0987-41E1-8BD9-2046632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frase añadirías para explicar cuándo NO usar tu tool?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297EE90-AAB2-4F56-AFD9-B848C19F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C427522B-39C8-4A1E-9125-C249C841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tool bien descrita reduce decisiones ambiguas.</a:t>
            </a:r>
          </a:p>
        </p:txBody>
      </p:sp>
    </p:spTree>
    <p:extLst>
      <p:ext uri="{BB962C8B-B14F-4D97-AF65-F5344CB8AC3E}">
        <p14:creationId xmlns:p14="http://schemas.microsoft.com/office/powerpoint/2010/main" val="12840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B4DBED7-0832-47C9-AB5C-4C3518B2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70A93-467E-4D6E-A985-4B83D465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DF3460D-7D16-4457-8680-1C5FD41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671CD83-D655-478C-A59A-20BD201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52041D-4E5B-43E9-BD59-BC09FE0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Docstring y esquema de argumentos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41E9875-DCD7-4798-8454-C3CBA68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una tool que el modelo pueda seleccionar y usar correctamente.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5D5BE43-B968-4AF7-9053-76A4ACD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EFE3C6-E6D6-4C8E-B595-69A477B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24F7ADC-CF77-4E3D-918C-88E8AB5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2E202B1-D67A-4756-86AC-640A977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D62A0F1-D1E0-4FDC-BD9E-B715F835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37409B2-7CC5-4F78-8C07-B04C3616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408F4E-FC7E-491F-9F5F-D2962B23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1F25938-5895-4AD2-8197-3F3EBA91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A0D42B8-E76E-40D6-8B64-5741D77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377C530-0E0D-4D9C-B3FA-51CA06A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C0C124F-B02C-41CE-8E4E-8337DA84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6399EF6D-E730-4D8D-B643-52AF9B6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tool consulta saldo; otra, en S4, explicará comisiones.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8FE4889-CFB5-4C50-BE43-0DDFA2E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0E381C-4299-4BCB-BBA4-F6A22644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5B222-A5EE-4FBC-B5D3-11D0C063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0D5A0CA-C26C-407C-BDEC-B53773A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E979A15-95B6-439A-AAD4-58876884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Aclarar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B448316-839F-4D1E-90C3-597F650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get_account_balance consulta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saldo de una cuenta.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5D2EAAF-5DAB-483A-BD82-9A3DC03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4C1F8B9-4F74-4527-B54A-FD73E11D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79717-6261-4656-BB6D-9614E929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826B58D-8DD2-4020-B6C1-229AFFE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ECB2E02-0227-423A-B823-A2E5039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Excluir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D315462D-C3A3-4A12-A8B5-FA782C6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usarla para explicar un cobro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 transferir dinero.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5B9B454-A13D-4EB6-81C9-F6669835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F313075-039C-4D56-AAB8-8835502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F27E1-4C52-4C10-A703-62E37283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76D7641-8D55-4D59-BC4B-3E26DE12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E24C323-5364-403A-9CCA-BDA2BBBA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CEAE33B-5D0A-4753-B28E-A926C12E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Pedir el identificador exigido por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 contrato.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747905C-2F60-4843-9847-2B0A9EAD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18E1ACF-FB38-4192-B8F5-A94ADB1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6B4CA6D-DFFC-4F5E-8C2F-0A79E21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descripción guía la selección y el esquema controla la forma de entrada.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E9A7AE8-D91E-451A-A0B9-D0E6C0A2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1FC15951-9B53-421C-B845-7A20B95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tool bien descrita reduce decisiones ambiguas.</a:t>
            </a:r>
          </a:p>
        </p:txBody>
      </p:sp>
    </p:spTree>
    <p:extLst>
      <p:ext uri="{BB962C8B-B14F-4D97-AF65-F5344CB8AC3E}">
        <p14:creationId xmlns:p14="http://schemas.microsoft.com/office/powerpoint/2010/main" val="293955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BC3A8072-5DDE-4ABC-A62C-8140756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CA2F3-E172-4EE2-9329-3E724F61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907EE0A-45BE-4DAD-B012-8D98FF5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BC1D435-3B04-4858-96F6-3DA93E3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16568-16BD-4798-A0C5-B5F981CB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Errores que el modelo puede usar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99C506A-7500-450F-92B1-771FB23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fallos técnicos en observaciones útiles sin ocultarlos.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F961E92-000D-4F0D-A11B-FA363E87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02EDD6-553E-4D79-8DA0-6D7BBBBC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7BF06DF-1567-4355-A3BE-6D4B89E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DCE32DF-7ED8-4066-A8AE-3BDFA019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D870166-60BC-4F77-88A0-EAAEB05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8702086-3D87-4050-91B1-9A91D5A6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32E5E1C-A7D6-4153-9861-328004B6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69E3BE0-E2C7-45B4-90BE-DAA4362F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EFC7F8-040D-44F5-A51F-4DA749A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19AC5B9-F160-4265-9FF7-5BE52BC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DDB75F2-AF2A-4150-A5BD-BB8B6000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0704F-6CCF-4E3A-8F12-8F25A77D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2233461-DAF1-4114-9714-5FBED8D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FDCF321-2F1F-4A0C-811A-327FAB30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Éxito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F3F863E-CEFB-4BC3-881F-E3BE58F1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 consultado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contexto suficiente.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E70D66F-1567-41EE-A76D-52EC44C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256FA01-F1DA-476F-8FE9-0E728488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EBA35-2436-48E8-B157-23C0178D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36C7A17-1DBB-401E-BA31-140656B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32140CA-8865-4160-8E44-6BB1A06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encontrado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BDC3345-20E5-4AAC-93F0-A5A130F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identificador no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corresponde a un registro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disponible.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68E0452-47F1-49AE-8325-0A9F611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DC8DDCC-969F-4BB2-AD8E-1C4EDE64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1F9598-7303-4486-A119-B1CC813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AEB4AB1-7E6C-4DB9-B658-0444E2C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7A8AAB5-553E-475E-A4E5-C635A087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 caído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C73852E3-9CD6-419C-841F-0209AE1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consulta no pudo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completarse; no hay dato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verificado.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DDD9E84D-A3A4-4627-85F4-92C2C95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230518-C470-4085-8BFB-E8A054E0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7961CAAF-7205-43F0-A181-3DAC3767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diferencia hay entre no encontrado y servicio no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disponible?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3FC21B25-9D77-42E9-A9E5-34139DB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77887EE-DDE8-4291-B4CB-599535DE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9B814B7-B40B-4D60-BECF-4D52FB1D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Devolver una excepción cruda 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transformar todo fallo en una respuesta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inventada.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332BB6FE-13A9-4584-9022-0D88A68D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77D61D9C-68BF-4C71-B2DD-489D4FB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error forma parte del contrato de la herramienta.</a:t>
            </a:r>
          </a:p>
        </p:txBody>
      </p:sp>
    </p:spTree>
    <p:extLst>
      <p:ext uri="{BB962C8B-B14F-4D97-AF65-F5344CB8AC3E}">
        <p14:creationId xmlns:p14="http://schemas.microsoft.com/office/powerpoint/2010/main" val="154580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9723E10-478C-4CBF-8AE0-DFD8017F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523A8-CB48-44CB-BD1D-77293A2D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7C381F1-3C10-4E66-A050-0760237F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CB349B5-447C-4E2F-915C-7EA0F65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AFB035-0ED2-45C1-92CE-193DAA0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Recuperar según la causa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3ED9988-D7B8-4F44-9EB8-91078A3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fallos técnicos en observaciones útiles sin ocultarlos.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E68555C-848A-4842-B4BC-49096A7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1FADEA1-E7BB-4956-9B6C-86F9911E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4437986-A00A-451C-8735-9A724458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B4316C9-2328-49A8-8808-5A944DD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A3E87BF-2B63-463F-89BF-DDBDD6B3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F0BF453-E7B1-4B61-812F-260AB429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CA615EC-52A5-4E66-B4F3-68D65409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858A5B0-0F4C-448A-8F45-95AC8661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DAA4EC-32B7-49FE-ABD0-8A04B298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incorrecta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Solicitar o corregir el identificador necesario.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Fallo temporal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Reintentar solo si la política y la operación lo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permiten.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respuesta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 el límite sin inventar un resultado.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60E489D-0849-4581-8815-2D8C1535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B2163367-5B0A-4E25-A656-F512CC03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9D91F97-7D00-49E8-A432-269FEB0C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Devolver una excepción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cruda o transformar todo fallo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una respuesta inventada.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7CD3ED5A-B008-4909-9557-8CFE05D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5C86B0F-E46A-462A-891E-9D49F967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B374A1BF-B298-4691-979B-E41CDF5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6545F43F-0A3A-4132-9214-FDFFA61F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diferencia hay entre no encontrado y servicio no disponible?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9026A27-9CCF-428A-961E-E7AE346B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DA08850-6425-46FD-87A2-DE7E1E9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error forma parte del contrato de la herramienta.</a:t>
            </a:r>
          </a:p>
        </p:txBody>
      </p:sp>
    </p:spTree>
    <p:extLst>
      <p:ext uri="{BB962C8B-B14F-4D97-AF65-F5344CB8AC3E}">
        <p14:creationId xmlns:p14="http://schemas.microsoft.com/office/powerpoint/2010/main" val="8472127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1F4A006-6F11-457B-95C3-BD612E16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E94DC-C71A-4798-BB11-BB72C221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209DD2A-2D0F-4572-949A-5912420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42C5556-85FD-41FB-9DD8-0F644B1D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141754-E44C-44A7-A712-0B84A978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Errores que el modelo puede usar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6B1D8AB-2433-4625-8ADB-64BCBB12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Convertir fallos técnicos en observaciones útiles sin ocultarlos.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F98A54A-2BCC-41B4-9BAA-BEDDBE26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847FA7E-5B1D-4850-82D0-011ABEA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5CF866B-ABBA-4B11-A216-FA5B008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71F5C93-3621-47A5-881D-F45F24D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BEEF929-AF61-4908-91C1-8454419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546D40F-E0FB-4D7D-B3E1-A414EC2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4471F4A-96A3-4737-AC43-60790AAE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D201098-BFB4-4C47-872D-2F60160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E0D70B1-BF38-465D-8B54-B8DA78F9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5E4DE24-0D05-40D0-B589-318ECAB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A948168-8847-4FDD-A4C5-D1752FD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34989B79-6F81-4C2B-BAF4-30785777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consulta de póliza no encuentra el identificador enviado.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CDF9CB6-A847-4A9F-A292-F6218756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CF5D93A-01BE-4D3B-81C5-6A3E4FE6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02030-8A73-4098-9E3C-E0ABCBC0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8CACA6C-6C5B-436F-A2D7-96732709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279AB54-37A6-4E38-8851-5A14F7F8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37339984-BF4F-4CB1-B7B9-2E0847C4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tool informa que no se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encontró la póliza.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FE3D235-598B-4A93-9DAC-AF62E85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7FAC37-A105-4106-90DE-C6E6B05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08A37-C3D4-44A1-9A20-AAB36E01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721849-B10C-4814-9639-7913F56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6747A63-FE1E-4A34-82CD-633CB73E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5D4DCEE-E40C-427A-A68C-D729128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Solicitar comprobar el dato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aportado.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205E076-C868-4306-ADDB-F881B48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A3A7A6D-F3CD-4E73-BB5A-0235B06B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98ACE6-C566-4F7D-B289-85633F96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9BE4E44-84D9-48EF-9CFE-1EB7042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C07E350-29D7-48D3-AEE3-5A17F934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2AAC24C7-6FF0-449B-BC86-7CD39570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afirmar que el cliente carece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toda cobertura.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609A96A-E6FF-41B3-A2E4-C0DF71F5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1947717-76E2-4E17-8714-03BB8EAE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9F868C6-7245-40ED-BB9D-3C6E2F0F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encontrar un registro no demuestra una conclusión más amplia.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A7ECC0A-9EDA-482A-AD0A-C12E671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BBC7E78-3586-4FE8-8EB6-C1437E9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error forma parte del contrato de la herramienta.</a:t>
            </a:r>
          </a:p>
        </p:txBody>
      </p:sp>
    </p:spTree>
    <p:extLst>
      <p:ext uri="{BB962C8B-B14F-4D97-AF65-F5344CB8AC3E}">
        <p14:creationId xmlns:p14="http://schemas.microsoft.com/office/powerpoint/2010/main" val="965271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3F4F8B90-E1B6-4CE6-9D63-21E6709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BF84A-8CE1-4FAE-983C-4EA59C1A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1186C8D-ACD3-40C4-A15C-736A9348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821300A-587A-4652-BB23-3FD15D7F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E39397-C782-4B38-BA10-06F9EC5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Bucle manual y create_agent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34C72B7-BCD7-4B9C-AC41-BA9F5D76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el mismo intercambio de mensajes en dos formas de orquestación.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C0A0D0D-ACC0-4BDE-A794-6BEF86E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EBCB93B-0CFA-4207-975B-60D210F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D3CF0F9-7731-4D32-BDF2-E6A42614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460D005-3880-4913-972F-5B498577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2954D50-7506-4C49-AB3E-5A61C86A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460BC5C-89F2-4E09-B3E2-C8347FD5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4DE544F-06D3-4BDF-9B23-5107CAB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5D69D22-235A-45AD-BE88-0885ABED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6E40B24-F3F3-42BE-962E-C1065CE7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0C28479-89A2-4F1B-B3FC-25835FB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2008F20-1242-4688-AC97-D617753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274DB-7F80-49DD-A26F-6E2DD63D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3B2A8A9-25AE-4529-90C0-8730F6D1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0DD45FF-0E08-4B04-AA29-41538E62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Manual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DF931A5C-AF5F-4891-88CA-04D4EBA1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aplicación inspecciona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tool_calls y ejecuta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explícitamente.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733D68F-4B5F-4AE4-83E8-50914C1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9F26148-9A8C-4C0A-B96B-0A535545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07150-4522-4B74-AC37-03DDFDA9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DC7A87-EB78-4661-9677-10299ECB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70D47C4-5BED-4190-9E5B-28823D76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E95C0546-6BBA-41AD-8294-AF81FC5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resultado vuelve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mensaje de herramienta.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680E015-5364-4691-ACF6-5D0841E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E9EA8FE-D093-429A-B3ED-7E52FAC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FA2C4-988C-4FA6-B002-13A7340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33E16EC-2F84-4B26-8BAB-DCBDDE7A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89DD2E9-73B3-4A20-99E4-BF1BBFF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create_agent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3C098AC-EB6E-47DB-8B2A-3D69E83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abstracción coordina ese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patrón de interacción.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C978F0FD-AC24-4F98-981B-D4C1D0C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1CEE283-59AD-4ACA-A923-5EE144A3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CC42DAA-EEAD-49D3-916D-514D2E99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responsabilidad conserva tu función de herramienta?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6F37211C-25F7-473A-A9CC-E18E389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A3FF8892-D05B-4648-8FE3-F9A3C954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DEFFC7EC-8EFD-43A1-99F5-EBDEC7B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create_agent arregla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automáticamente una tool defectuosa.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7ECE9765-397A-440D-9488-1DAF6144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F0DE3B50-3267-4C44-8D1C-45BCC972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Comprender el bucle permite depurar la abstracción.</a:t>
            </a:r>
          </a:p>
        </p:txBody>
      </p:sp>
    </p:spTree>
    <p:extLst>
      <p:ext uri="{BB962C8B-B14F-4D97-AF65-F5344CB8AC3E}">
        <p14:creationId xmlns:p14="http://schemas.microsoft.com/office/powerpoint/2010/main" val="719624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59691BC-3B6D-44D0-929A-5983184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76925-C49C-447F-8B17-65281B8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DBD9EA-B74A-463B-B241-A3D98AF7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7048D47-F6E4-442E-8FDA-C40B6A73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A3DF86-72A5-4489-B2ED-253569DE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debe seguir siendo visible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DC5E548-573B-4249-ADBD-F351F42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el mismo intercambio de mensajes en dos formas de orquestación.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8E7D3B6-A83D-4CA2-8780-9D6B72A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0F86F7B-DD30-4827-8508-0D9E359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1878F1C-6B21-4BB7-9141-A0813A65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DCA7444-D8EE-44AD-B648-8CCCCB0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5E09B1A-9FA1-4B42-AF8B-D67B86B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903EF5-7331-4182-82A6-09A59C6A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BF14A1D-2E09-4E4C-8827-66F2BA8E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9BE4A7E-F553-495E-8A2F-B5F263F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C04469-9FF8-4E74-A0F4-F6F13FAD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Catálogo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Las capacidades disponibles permanecen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explícitas.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Errores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Las tools siguen siendo responsables de devolver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resultados útiles.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ejecución necesita condiciones de parada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060D6C9-D878-452D-BADD-6FEEF19D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660CD052-EC01-4267-8092-3320860D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50492B3-8890-4A08-B41A-5B3F0A4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create_agent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arregla automáticamente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 defectuosa.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47BE19F-0D99-405A-9F51-94242CE8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C99F639D-592C-4C8A-9CC9-12271D23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FFA60F3-2C0D-49B2-BE89-72339872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495FEBA-7F8C-4650-B4E5-BF6E32F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responsabilidad conserva tu función de herramienta?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36E945B-31F3-4290-9200-841F2938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1662ED8-D671-4ED3-81B5-61FF3A62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Comprender el bucle permite depurar la abstracción.</a:t>
            </a:r>
          </a:p>
        </p:txBody>
      </p:sp>
    </p:spTree>
    <p:extLst>
      <p:ext uri="{BB962C8B-B14F-4D97-AF65-F5344CB8AC3E}">
        <p14:creationId xmlns:p14="http://schemas.microsoft.com/office/powerpoint/2010/main" val="1762563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88E4685-15A3-4EDE-B4B0-469244F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D2195-F599-4ED7-B60A-98844A8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6DDFBDC-0A66-41D5-977C-300CA453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D317C6D-7A14-4C72-97CE-24C0157E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179CB8-6929-4C83-80DE-852FA2F0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Bucle manual y create_agent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3E0F9B1-2B74-49CC-AD03-98748324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el mismo intercambio de mensajes en dos formas de orquestación.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6EB7AFC-8E7A-47CE-8410-063CB955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C5CD38C-1559-44D9-8148-3D0E6B1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186015-0DE2-4D4B-8E06-0E4E2CAD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E1C6173-0B85-4286-85EC-C5EB741A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282D4C4-864D-4132-9739-DCDBC08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D95673-B62D-456E-B8CF-FCDA7EA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008E551-C0FE-4A6C-A069-5A0111F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0BFC067-EBB5-44B6-B6D0-1B138F94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4D605C-DFA7-4565-BC85-4BBCF0BB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9694F6A-5569-4F52-AA8E-BB44D21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047BA0F-28C0-487C-B0E5-A0962C4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3F1E369-9EFC-4C93-B58A-5066CAAA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primera consulta devuelve un estado de entrega.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4CE47A4-A449-4D9C-967D-EC45647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4E4C1C7-A4BD-405B-B880-3AC796C1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37E02-B2BA-44C5-AADC-1E68023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EC97F14-0439-472A-83FD-312E8A05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7B7A294-C4B7-4BCF-964C-18D97EF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Manual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57678CEA-7617-4705-99A6-8FEE4793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Seguir paso a paso la llamada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ToolMessage.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89B2CD9-2259-49A4-BA4B-7729140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0B13A2D-0BA3-4DCF-AC9A-567F6375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B509F-4BF8-4C4C-959D-80E7A81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59859D5-3E13-4120-84ED-21CC869B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520C18B-9F71-41DA-9202-9BBB9F5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Abstracción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E5EEB621-D865-4B12-9517-12F43512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 con create_agent y las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mismas tools.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E28AFAC-B996-4822-9521-5D0CC094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9A5761F-BA95-47B5-BC9A-C1A1CE68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5CB392-A454-4E2E-8902-5D5190E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3CF1AD4-7479-4C2F-A91E-665BF7B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9349C44-9874-4FF8-86D0-5C09438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B15DC57-B4D2-49FD-B242-2785B179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qué parte coordina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ahora el framework.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1B2DD8A-91FD-4EBB-96B0-A44985B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FA12F60-FC95-4FBD-9FCE-1D98CE18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6D810A27-00C5-4E67-8196-C50E5BA0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abstracción reduce código de coordinación, no cambia la fuente del dato.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7C30F15-BE99-4983-9CD5-3D4E7B3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295F441-FF4E-452B-95E0-B8E439C5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Comprender el bucle permite depurar la abstracción.</a:t>
            </a:r>
          </a:p>
        </p:txBody>
      </p:sp>
    </p:spTree>
    <p:extLst>
      <p:ext uri="{BB962C8B-B14F-4D97-AF65-F5344CB8AC3E}">
        <p14:creationId xmlns:p14="http://schemas.microsoft.com/office/powerpoint/2010/main" val="3917288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F3F8E7C-3E6D-41C6-A705-D753BD9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5BAA8-D0AC-4A88-9F80-0EF3769F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42AF549-DA7D-4D4E-92B7-BECB027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DA89EBB-2CB8-4D6F-91A0-C2BE56A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17486E-43DC-4271-9776-4828774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L3 y Assignment A1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5173A16-42C9-4890-9916-D197D32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Demostrar una tool de lectura contra el simulador y sus tres escenarios.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8B7B02F-C8CF-4B90-92E2-A6DB6F3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58267B9-FB59-420E-BF8E-5DE3E2A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B5AACDF-8D60-4528-A46F-BA8D8E5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3553343-C9B8-4AE6-8F8B-7EA547EA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9B62677-F88C-4557-B25D-8D8CBDC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9383678-E4A4-4502-972D-4CFEE534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71F005D-2F61-45E1-B5DB-98AF1E67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DC165BC-0744-4327-A6E0-41D9BB8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C57D3E-E765-42A3-B9A6-83FF48F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D2EBC55-8C9F-42F7-8EAA-7114FBC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BB5C65A-2256-41C5-AD52-1A79CE18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53B10-485F-4F73-BC2E-00F95D7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2065C04-603A-4B87-AD23-68623999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615E462-C2BD-4B64-9958-5CFDB94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tool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17C2D66B-ED7D-4D0B-B860-46FC333C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Implementar la consulta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lectura asignada al track.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BCE54F7-9641-40D4-8174-922E01D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062B853-5546-41D2-B3FB-DF1974D7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800F8-6D53-4634-AC45-2A4C776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359DB27-90C5-49E5-85CF-C10E6014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7B6A003-65A9-4FCC-96DF-1EA2DC3B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Tres escenarios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A43C878-1CF9-4753-BDBD-6380D90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Éxito, no encontrado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 caído.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0029CF9-7413-4105-9A63-E0C2A86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12A1F87-BD26-40CB-BA9E-0F03B7F2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E0B31-C93E-4EE4-AAD6-C68447C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D2A831-202F-4F55-AD68-5BB35EED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07745EE-2C63-4B93-875D-CB504D25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8CDBF1C-27FA-4C79-AAD9-D4FFF53E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argumentos,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y respuesta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C31C8907-92A4-481F-8567-1AB96695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0590A3-8A48-4FCC-A17F-49645665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7C578B99-E234-4284-B342-45D8C49D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distingue un dato inventado de una consulta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real?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FD5A309A-CABE-46F1-BC63-9D8639A4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089C8447-DB12-4059-A44E-DE63973C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976AA98-C981-480C-86E4-AC2445D2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 solo el caso feliz o ejecutar sin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 la observación.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1DB112C-9034-44D9-ABED-BA35DA2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6183019-355D-4730-A920-8D1EF60E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tool no está terminada hasta que sus errores también son comprensibles.</a:t>
            </a:r>
          </a:p>
        </p:txBody>
      </p:sp>
    </p:spTree>
    <p:extLst>
      <p:ext uri="{BB962C8B-B14F-4D97-AF65-F5344CB8AC3E}">
        <p14:creationId xmlns:p14="http://schemas.microsoft.com/office/powerpoint/2010/main" val="20019417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9D8F5EA-FF1B-4DA7-82B3-5B3319C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8435-2E76-416D-8C82-15349BD1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E168AEC-1BA1-4B40-A585-8055DC6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9F3C018-65C6-4C4D-8270-32E0D42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D4A710-26F8-451F-BD45-D2BE2B1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una prueba reproducible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D50DFB7-F712-41E2-91AB-45F2E11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Demostrar una tool de lectura contra el simulador y sus tres escenarios.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1793B6A-5107-4FEB-9533-4FE72B24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10AF337-7C5D-4C5F-BB2A-A016DBFB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6C027CA-6449-4272-B8D9-6004069D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7FD9555-FF79-404C-88CB-7BA3B371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9FA5DD0-67EE-48AA-9F89-30794BDC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056E037-D6F8-4180-899F-E76814A4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A7C431F-DE0E-46A0-AF06-8A1E8C65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D4E0A70-84C2-458F-824A-6AD4A7D2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C127B0-9209-4808-B7A1-9C85E61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la entrada y el modo de fallo indicados por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laboratorio.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el resultado de la tool antes de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redacción.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 que la respuesta refleja ese resultado.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D411FC8-8F8C-4CA5-A372-6EE4BCD5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90A0E60-7A58-4254-BE49-FE2795A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A7282C3-C8CB-4C41-A56D-877AAC6C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 solo el caso feliz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sin registrar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2C84CE3-4E17-4E59-B4A4-434A81A5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513B46DE-B0E5-43EB-8CFC-41904ACD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24D81EA0-B844-44A6-9460-530BEF9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4AC354E-3CD6-4A66-93B5-976D439E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distingue un dato inventado de una consulta real?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87241ED-A758-4664-A08F-C4085F0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756F922-13DD-48C1-A906-334222D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tool no está terminada hasta que sus errores también son comprensibles.</a:t>
            </a:r>
          </a:p>
        </p:txBody>
      </p:sp>
    </p:spTree>
    <p:extLst>
      <p:ext uri="{BB962C8B-B14F-4D97-AF65-F5344CB8AC3E}">
        <p14:creationId xmlns:p14="http://schemas.microsoft.com/office/powerpoint/2010/main" val="15354904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F73A20A-3330-4C50-8160-9D22A28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8115D-2EE0-4E98-BE8E-647B147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7D8D511-1BEC-4C67-8C5C-9C02AFE6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2AD0809-462C-42BB-A1C2-85DF579D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E9084C-4585-45F6-9E61-C5816468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L3 y Assignment A1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C020310-A369-4270-BD59-6005F987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Demostrar una tool de lectura contra el simulador y sus tres escenarios.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85C867B-343F-4C08-B8EB-6666DA69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FA90F0F-D6F0-4E78-9E89-BD601BCB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527A828-DB23-424C-809D-D9C6676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A610DF7-6DD1-477A-AD71-E1341DBB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2852F36-DADF-4F34-903A-4420016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C458EA9-0C96-4AF6-AE97-3A755DF0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48EB2B7-FF72-4358-BF59-AEAF7A2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21B2391-D3A5-4D87-892D-E167F8D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FF867F9-8A24-4AF2-BDC5-EB5DEEAD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3756B83F-7AC5-49A3-B39F-C802EC71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BB1522E3-0AC3-4CCC-95F2-2B890B99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FB74E65-6114-4A96-8EEF-D913F88E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mismo cliente se consulta con los modos de fallo del simulador.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0EAAC66-01EB-42FB-B4CA-8FA9900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18A7146-B0B2-4463-AD71-8179F162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607B8-4563-41E8-A1C4-12B9389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0D62C57-A348-461A-9E9B-2E07797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8711ADD-570A-4CB5-8CD0-0BF054EE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Éxito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A254D25-0B5C-4933-A20C-26588AFF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explica el dato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obtenido.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824B868-D27C-4AE0-8487-79C32D0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E97A7FA-3C5D-4F24-AF15-17122D4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130D3-3786-4347-B06F-CFD4F50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442C594-66EA-477B-AB8F-2F0F1B1C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D9EA5A1-8ADC-4658-8BE1-4891EEE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encontrado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3676486-856F-4C1A-87C3-17916E5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Pide verificar el identificador.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962345B-422B-4CB9-BC75-FE106B7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A7A61A4-30F2-4BA7-A315-04F36773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9B7F8-EC49-4449-9784-3DAAD674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1EB07A9-D8CD-4789-A65C-81E1742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6F8A17C-4134-4775-B729-C81C462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Caído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4CA27B8-F895-41F0-9AC7-4B15FC65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 que no pudo consultar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ese momento.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EDFBE9B-C3A0-4B0C-8043-7ACC269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C109EEB-A5D0-4714-941E-DF88C39B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D9E1C40-375B-407C-8FB1-F729D339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prueba cubre comportamiento útil y manejo explícito de fallos.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E951603-1321-4A12-A3B5-04511AFD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46E0836-6ABD-4623-B999-4AA820F7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tool no está terminada hasta que sus errores también son comprensibles.</a:t>
            </a:r>
          </a:p>
        </p:txBody>
      </p:sp>
    </p:spTree>
    <p:extLst>
      <p:ext uri="{BB962C8B-B14F-4D97-AF65-F5344CB8AC3E}">
        <p14:creationId xmlns:p14="http://schemas.microsoft.com/office/powerpoint/2010/main" val="20505834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C280684-6F55-4E96-A030-0B056B7B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CDA75-7580-4D0D-BB92-6A0F7315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62E69F0-66B6-466A-BB56-0A01DFC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CF799EE-0522-4E79-8DBB-EC9FAAB5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ECEAD1-5B8E-4FEA-809B-E8371D1E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 primer conector al catálogo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BF490AE-825A-4699-83ED-5419DC78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Situar la primera tool como base de las decisiones entre varias capacidades.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0894761-676C-49F0-B33C-F8C0AF2D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6C94FC7-9C10-4A5A-8D3B-913C9DE5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A89E49E-5165-43C4-8AA0-101B39F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0337A9-A7BC-4492-914F-924861C3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2A94284-B2FC-4506-8C07-D822736E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BE6F58B-B379-4C70-93A6-73EDBE0A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A93D940-E5FE-4C2C-9872-8C3050EC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B3391C0-9B4F-4096-916F-BC44048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C6DF864-9266-4858-97B1-43DC88F2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D8E28D1-13A6-4B95-9BED-062F0B8A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7608170-57A7-4825-9CB9-25CF13A2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35F1A-C2D2-4C10-A618-CDF27D94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651968-84CA-409D-A350-CBAC6F0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2D5DCDF-8AC8-43E1-B6D9-01ACE901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Checkpoint L3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5469913-0167-498E-829C-99AF396E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herramienta de lectura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contrato y errores.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7422325-C503-46A1-89CB-92D530E2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7D628AB-769E-4A07-9515-ACDFE4B8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D6A42-B201-4DD3-BF57-EDCFE03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869BFEA-AD6E-4F35-B373-8F960AC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447390C-E0CD-40D2-B303-8B44886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S4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C1712B5A-7F6E-4A98-9688-1D4BA2DD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Cuatro tools núcleo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responsabilidades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diferenciadas.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A0385B8-0531-4CED-935D-E8F24A8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135A7C4-CFC7-48A9-A4A4-5467BF4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03094-ADF8-4D58-98E0-6D7A1287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8915783-068E-49C3-A8A2-C30DBDE6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AF58554-4C41-433E-9882-43994FCA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Proyecto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73C880F-D0EE-4297-9646-C36FC377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Reutilizar el trabajo en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arquitectura acumulativa.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12902BD9-1ADD-42A6-8D95-0EF8F69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D33FFD-E789-480E-AD1A-0D4CE53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E8EAA00-ABC9-4A24-8A7A-7BD3D3E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debe quedar estable al incorporar la segunda tool?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0A7CFFF-35FF-470C-B921-25C85478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98E5BD4-CCDA-49FD-B8DC-1222271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54022952-3699-4B5A-9A06-60A83057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Ampliar capacidades sin probar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selección ni límites.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899C842-C8D2-4D00-B5CF-CF135927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D14BAF5-DC3C-4AAC-8479-B4C1CA71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catálogo crece sobre contratos claros, no sobre funciones indistintas.</a:t>
            </a:r>
          </a:p>
        </p:txBody>
      </p:sp>
    </p:spTree>
    <p:extLst>
      <p:ext uri="{BB962C8B-B14F-4D97-AF65-F5344CB8AC3E}">
        <p14:creationId xmlns:p14="http://schemas.microsoft.com/office/powerpoint/2010/main" val="16681888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BA9D90B-87ED-4041-B785-F97399CA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87A1E-FD7A-4287-8C25-33F0CEC1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8407819-ED84-4624-979B-DEB225ED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BE8582A-433C-4386-AFC7-84C8330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1DC473-5D3D-47B3-882F-F5002D0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la ampliación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16969CD-B650-4D81-911F-556459A7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Situar la primera tool como base de las decisiones entre varias capacidades.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73B5154-D5AA-471B-9102-044CA24E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C58C562-27A6-493B-85C6-3147D564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1DB20FD-32D1-4677-804F-B5B61E50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9F6CAD4-DA0E-4220-9CAF-67DBA6B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26F06AD-CDEE-4382-AE32-EAD686C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966863-1A24-43BD-A4A4-C448352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9CF3A2F-9F51-4D04-8A44-AFD8E1CB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BCC6E56-7397-4DB5-86ED-ED4C36F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19793B4-F936-4465-9F5F-8CF0D01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Mantener las garantías de la primera tool.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Diferenciar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Definir fronteras antes de sumar capacidades.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 selección correcta cuando exista más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 una opción.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CEC20C19-30C2-48A6-B66B-9E02935F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07A0BA8-2200-46CC-8B60-F0E96FD4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3AF01B3-D662-4BDA-BC54-574094B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Ampliar capacidades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 selección ni límites.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4779B058-0F13-4032-9F86-055F3777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BE1B06A-D428-4768-9255-9B09B0E8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AC92D9E-94F8-43D0-AC1C-F6FD2FA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7C32C64-398D-4860-B2C7-8BF7436A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debe quedar estable al incorporar la segunda tool?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6A0725A-6F90-4B8C-AFF9-78CA97F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3038524-BA73-4531-97CF-B414E31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catálogo crece sobre contratos claros, no sobre funciones indistintas.</a:t>
            </a:r>
          </a:p>
        </p:txBody>
      </p:sp>
    </p:spTree>
    <p:extLst>
      <p:ext uri="{BB962C8B-B14F-4D97-AF65-F5344CB8AC3E}">
        <p14:creationId xmlns:p14="http://schemas.microsoft.com/office/powerpoint/2010/main" val="515121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4B25DEC-801C-4F42-A4BE-D35B406A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1229D-41AC-4BBD-A44C-B4412E1A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F18EA93-EC0B-4B81-AF44-A726FE2C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57E1A36-5541-4E27-BB39-1C2C646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03 · Herramientas e integración externa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C0C4C5-241B-4E0D-A40A-52FBAD7D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Del primer conector al catálogo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3EE4FCA-F3F4-4593-A1F0-786E1003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Situar la primera tool como base de las decisiones entre varias capacidades.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CC791BC-E3E5-435B-948B-3BAA5D3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59F3777-1A37-429E-B2AC-2FE501DB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B80B65F-2A20-4172-8790-B2738B9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D9996E8-AA0B-4A38-9187-7EA5ACEE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19DFF95-26E4-4EB8-B968-4571C1BC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B15175-1FB7-4D9F-AE7F-CC63D0B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4AD8B6E-3CFF-490B-AA89-167E9C99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03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BF8D4EC-0272-437F-A5D9-0EA26A3D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4B0219-0FD7-417B-BC49-F9722305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B96745B-F1E8-4AF0-A128-C9E33E8E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E8826FB-BA75-46BF-80C0-FB425B7E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DA16E4A-4441-4D27-8B66-863BC68B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equipo quiere añadir saldo, movimientos, comisiones y riesgo.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81DC01D-774B-4599-9D6B-5A88E51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AB4403A-1C47-4945-9958-EDA983A9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58916-449E-4EA6-8DD8-C7C0F0F5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D642CC6-99F6-4AF9-B091-26FE7D9A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0F9F5C9-D413-438F-9C24-E4284C9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Partir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E1B274CC-3C38-40F3-B84A-60DB2EEB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primera consulta ya maneja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errores.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BA669B4-2DC5-4747-A1E8-1FB187A7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B4147EA-04C7-4B47-A12E-9925DB9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BF241-B920-4B01-B40E-2C4D28B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0A5CA33-C819-4056-949A-53D02A3B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BB94D09-101F-4EDF-A0EA-EA014CE7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87F54C1A-D559-4A40-96FC-86570D9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responsabilidades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nuevas tools.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640006D-E407-4EB4-897C-C41DDD3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4DEC0E0-162D-4931-B87D-32927FB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392B8-1AA8-427B-A829-921C33F5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339A2EE-A14E-4EA4-A132-1CC97CD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54BAD09-7E7E-44C4-9935-E79F20F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Anticipar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6B3634F-63CE-4D2B-B9D1-59D0ED46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S4 medirá confusiones entre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ellas.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B0D87AC-7DD4-48BB-A298-E93759B2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206B247-7DE1-4F47-9D55-7E1F40E7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DADCDE5-8640-4FC8-9CA6-9D4F93E5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Sumar tools aumenta opciones y también posibilidades de selección incorrecta.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CF08612-5E23-4310-9AD6-32E3BB3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766F30E-8245-45EB-B15E-0852960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catálogo crece sobre contratos claros, no sobre funciones indistintas.</a:t>
            </a:r>
          </a:p>
        </p:txBody>
      </p:sp>
    </p:spTree>
    <p:extLst>
      <p:ext uri="{BB962C8B-B14F-4D97-AF65-F5344CB8AC3E}">
        <p14:creationId xmlns:p14="http://schemas.microsoft.com/office/powerpoint/2010/main" val="2049309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2026-09-23T04:08:20.8480000Z</dcterms:created>
  <dcterms:modified xsi:type="dcterms:W3CDTF">2026-09-23T04:08:20.8480000Z</dcterms:modified>
</coreProperties>
</file>