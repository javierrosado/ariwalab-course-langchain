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e92954bd624a88" /><Relationship Type="http://schemas.openxmlformats.org/officeDocument/2006/relationships/extended-properties" Target="/docProps/app.xml" Id="R0bb77167a2cd4d2e" /><Relationship Type="http://schemas.openxmlformats.org/officeDocument/2006/relationships/officeDocument" Target="/ppt/presentation.xml" Id="R62adb59424fd41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5e04f479b14ba1"/>
  </p:sldMasterIdLst>
  <p:notesMasterIdLst>
    <p:notesMasterId xmlns:r="http://schemas.openxmlformats.org/officeDocument/2006/relationships" r:id="R54dee1c4cbb244b2"/>
  </p:notesMasterIdLst>
  <p:sldIdLst>
    <p:sldId xmlns:r="http://schemas.openxmlformats.org/officeDocument/2006/relationships" id="256" r:id="R382a1abb1b574126"/>
    <p:sldId xmlns:r="http://schemas.openxmlformats.org/officeDocument/2006/relationships" id="257" r:id="R2a186798d1ca4c19"/>
    <p:sldId xmlns:r="http://schemas.openxmlformats.org/officeDocument/2006/relationships" id="258" r:id="R84d25590e4874457"/>
    <p:sldId xmlns:r="http://schemas.openxmlformats.org/officeDocument/2006/relationships" id="259" r:id="R80c656ce63d7488d"/>
    <p:sldId xmlns:r="http://schemas.openxmlformats.org/officeDocument/2006/relationships" id="260" r:id="Rba1182332f56483f"/>
    <p:sldId xmlns:r="http://schemas.openxmlformats.org/officeDocument/2006/relationships" id="261" r:id="R42cd2ba1389b4f63"/>
    <p:sldId xmlns:r="http://schemas.openxmlformats.org/officeDocument/2006/relationships" id="262" r:id="R55929353725d406e"/>
    <p:sldId xmlns:r="http://schemas.openxmlformats.org/officeDocument/2006/relationships" id="263" r:id="R457acf9869d14075"/>
    <p:sldId xmlns:r="http://schemas.openxmlformats.org/officeDocument/2006/relationships" id="264" r:id="R742d42c48281417d"/>
    <p:sldId xmlns:r="http://schemas.openxmlformats.org/officeDocument/2006/relationships" id="265" r:id="Rc066d5c3cc2e471a"/>
    <p:sldId xmlns:r="http://schemas.openxmlformats.org/officeDocument/2006/relationships" id="266" r:id="Rfbcae18b1bf047cb"/>
    <p:sldId xmlns:r="http://schemas.openxmlformats.org/officeDocument/2006/relationships" id="267" r:id="R81a7eceb07904c19"/>
    <p:sldId xmlns:r="http://schemas.openxmlformats.org/officeDocument/2006/relationships" id="268" r:id="R8cd83ceec6c84f0f"/>
    <p:sldId xmlns:r="http://schemas.openxmlformats.org/officeDocument/2006/relationships" id="269" r:id="R45710ca90a7d4bea"/>
    <p:sldId xmlns:r="http://schemas.openxmlformats.org/officeDocument/2006/relationships" id="270" r:id="R2c224ff17e1947bd"/>
    <p:sldId xmlns:r="http://schemas.openxmlformats.org/officeDocument/2006/relationships" id="271" r:id="Ra9d85629b5994d81"/>
    <p:sldId xmlns:r="http://schemas.openxmlformats.org/officeDocument/2006/relationships" id="272" r:id="R28023cf0b7094eae"/>
    <p:sldId xmlns:r="http://schemas.openxmlformats.org/officeDocument/2006/relationships" id="273" r:id="R1d692830e30b4a34"/>
    <p:sldId xmlns:r="http://schemas.openxmlformats.org/officeDocument/2006/relationships" id="274" r:id="Rc5d52fa0a7f742f6"/>
    <p:sldId xmlns:r="http://schemas.openxmlformats.org/officeDocument/2006/relationships" id="275" r:id="R5db286d90e534139"/>
    <p:sldId xmlns:r="http://schemas.openxmlformats.org/officeDocument/2006/relationships" id="276" r:id="R19aa7b2679b14f82"/>
    <p:sldId xmlns:r="http://schemas.openxmlformats.org/officeDocument/2006/relationships" id="277" r:id="R6122f8d5fb054ce8"/>
    <p:sldId xmlns:r="http://schemas.openxmlformats.org/officeDocument/2006/relationships" id="278" r:id="R7fdf68ec2e0946be"/>
    <p:sldId xmlns:r="http://schemas.openxmlformats.org/officeDocument/2006/relationships" id="279" r:id="Rf513121eb03444c8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506997533c4eb8" /><Relationship Type="http://schemas.openxmlformats.org/officeDocument/2006/relationships/slideMaster" Target="/ppt/slideMasters/slideMaster1.xml" Id="R915e04f479b14ba1" /><Relationship Type="http://schemas.openxmlformats.org/officeDocument/2006/relationships/notesMaster" Target="/ppt/notesMasters/notesMaster1.xml" Id="R54dee1c4cbb244b2" /><Relationship Type="http://schemas.openxmlformats.org/officeDocument/2006/relationships/presProps" Target="/ppt/presProps.xml" Id="Rfcaea46032df469a" /><Relationship Type="http://schemas.openxmlformats.org/officeDocument/2006/relationships/tableStyles" Target="/ppt/tableStyles.xml" Id="R6f1576693e154a1d" /><Relationship Type="http://schemas.openxmlformats.org/officeDocument/2006/relationships/slide" Target="/ppt/slides/slide1.xml" Id="R382a1abb1b574126" /><Relationship Type="http://schemas.openxmlformats.org/officeDocument/2006/relationships/slide" Target="/ppt/slides/slide2.xml" Id="R2a186798d1ca4c19" /><Relationship Type="http://schemas.openxmlformats.org/officeDocument/2006/relationships/slide" Target="/ppt/slides/slide3.xml" Id="R84d25590e4874457" /><Relationship Type="http://schemas.openxmlformats.org/officeDocument/2006/relationships/slide" Target="/ppt/slides/slide4.xml" Id="R80c656ce63d7488d" /><Relationship Type="http://schemas.openxmlformats.org/officeDocument/2006/relationships/slide" Target="/ppt/slides/slide5.xml" Id="Rba1182332f56483f" /><Relationship Type="http://schemas.openxmlformats.org/officeDocument/2006/relationships/slide" Target="/ppt/slides/slide6.xml" Id="R42cd2ba1389b4f63" /><Relationship Type="http://schemas.openxmlformats.org/officeDocument/2006/relationships/slide" Target="/ppt/slides/slide7.xml" Id="R55929353725d406e" /><Relationship Type="http://schemas.openxmlformats.org/officeDocument/2006/relationships/slide" Target="/ppt/slides/slide8.xml" Id="R457acf9869d14075" /><Relationship Type="http://schemas.openxmlformats.org/officeDocument/2006/relationships/slide" Target="/ppt/slides/slide9.xml" Id="R742d42c48281417d" /><Relationship Type="http://schemas.openxmlformats.org/officeDocument/2006/relationships/slide" Target="/ppt/slides/slide10.xml" Id="Rc066d5c3cc2e471a" /><Relationship Type="http://schemas.openxmlformats.org/officeDocument/2006/relationships/slide" Target="/ppt/slides/slide11.xml" Id="Rfbcae18b1bf047cb" /><Relationship Type="http://schemas.openxmlformats.org/officeDocument/2006/relationships/slide" Target="/ppt/slides/slide12.xml" Id="R81a7eceb07904c19" /><Relationship Type="http://schemas.openxmlformats.org/officeDocument/2006/relationships/slide" Target="/ppt/slides/slide13.xml" Id="R8cd83ceec6c84f0f" /><Relationship Type="http://schemas.openxmlformats.org/officeDocument/2006/relationships/slide" Target="/ppt/slides/slide14.xml" Id="R45710ca90a7d4bea" /><Relationship Type="http://schemas.openxmlformats.org/officeDocument/2006/relationships/slide" Target="/ppt/slides/slide15.xml" Id="R2c224ff17e1947bd" /><Relationship Type="http://schemas.openxmlformats.org/officeDocument/2006/relationships/slide" Target="/ppt/slides/slide16.xml" Id="Ra9d85629b5994d81" /><Relationship Type="http://schemas.openxmlformats.org/officeDocument/2006/relationships/slide" Target="/ppt/slides/slide17.xml" Id="R28023cf0b7094eae" /><Relationship Type="http://schemas.openxmlformats.org/officeDocument/2006/relationships/slide" Target="/ppt/slides/slide18.xml" Id="R1d692830e30b4a34" /><Relationship Type="http://schemas.openxmlformats.org/officeDocument/2006/relationships/slide" Target="/ppt/slides/slide19.xml" Id="Rc5d52fa0a7f742f6" /><Relationship Type="http://schemas.openxmlformats.org/officeDocument/2006/relationships/slide" Target="/ppt/slides/slide20.xml" Id="R5db286d90e534139" /><Relationship Type="http://schemas.openxmlformats.org/officeDocument/2006/relationships/slide" Target="/ppt/slides/slide21.xml" Id="R19aa7b2679b14f82" /><Relationship Type="http://schemas.openxmlformats.org/officeDocument/2006/relationships/slide" Target="/ppt/slides/slide22.xml" Id="R6122f8d5fb054ce8" /><Relationship Type="http://schemas.openxmlformats.org/officeDocument/2006/relationships/slide" Target="/ppt/slides/slide23.xml" Id="R7fdf68ec2e0946be" /><Relationship Type="http://schemas.openxmlformats.org/officeDocument/2006/relationships/slide" Target="/ppt/slides/slide24.xml" Id="Rf513121eb03444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a8174fcb7c43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6ac37b057646a2" /><Relationship Type="http://schemas.openxmlformats.org/officeDocument/2006/relationships/notesMaster" Target="/ppt/notesMasters/notesMaster1.xml" Id="R5d455af4c9e545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6ea345a2f34bf9" /><Relationship Type="http://schemas.openxmlformats.org/officeDocument/2006/relationships/notesMaster" Target="/ppt/notesMasters/notesMaster1.xml" Id="R735f3e1498204c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ea0daeaadd48e4" /><Relationship Type="http://schemas.openxmlformats.org/officeDocument/2006/relationships/notesMaster" Target="/ppt/notesMasters/notesMaster1.xml" Id="R593613922fde49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08f9caa1b94fe4" /><Relationship Type="http://schemas.openxmlformats.org/officeDocument/2006/relationships/notesMaster" Target="/ppt/notesMasters/notesMaster1.xml" Id="R12ab95a55ece48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56b63f576c4ee7" /><Relationship Type="http://schemas.openxmlformats.org/officeDocument/2006/relationships/notesMaster" Target="/ppt/notesMasters/notesMaster1.xml" Id="R7fd3cc2d2fd14c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1c6e012ad349bc" /><Relationship Type="http://schemas.openxmlformats.org/officeDocument/2006/relationships/notesMaster" Target="/ppt/notesMasters/notesMaster1.xml" Id="Ra3befab717e540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8c7216b1714aee" /><Relationship Type="http://schemas.openxmlformats.org/officeDocument/2006/relationships/notesMaster" Target="/ppt/notesMasters/notesMaster1.xml" Id="R9a6304260c7b46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615afbcbb34366" /><Relationship Type="http://schemas.openxmlformats.org/officeDocument/2006/relationships/notesMaster" Target="/ppt/notesMasters/notesMaster1.xml" Id="R602f4790ea66463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44ad86b6d5485d" /><Relationship Type="http://schemas.openxmlformats.org/officeDocument/2006/relationships/notesMaster" Target="/ppt/notesMasters/notesMaster1.xml" Id="Rc99ae180baca451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e6fa245d6d3439f" /><Relationship Type="http://schemas.openxmlformats.org/officeDocument/2006/relationships/notesMaster" Target="/ppt/notesMasters/notesMaster1.xml" Id="Rb3ea10f6b02b48a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a3663ca5a3c4ce9" /><Relationship Type="http://schemas.openxmlformats.org/officeDocument/2006/relationships/notesMaster" Target="/ppt/notesMasters/notesMaster1.xml" Id="R803bbf858793471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e29b362639040b2" /><Relationship Type="http://schemas.openxmlformats.org/officeDocument/2006/relationships/notesMaster" Target="/ppt/notesMasters/notesMaster1.xml" Id="Ra48d48191ef54c8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d080303d443496b" /><Relationship Type="http://schemas.openxmlformats.org/officeDocument/2006/relationships/notesMaster" Target="/ppt/notesMasters/notesMaster1.xml" Id="R11a3264f1c9340e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4150f130c134973" /><Relationship Type="http://schemas.openxmlformats.org/officeDocument/2006/relationships/notesMaster" Target="/ppt/notesMasters/notesMaster1.xml" Id="R400c2145661040d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1f4b72739c949f1" /><Relationship Type="http://schemas.openxmlformats.org/officeDocument/2006/relationships/notesMaster" Target="/ppt/notesMasters/notesMaster1.xml" Id="R8b2d9fdd0ec7471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a3179e65e2847c6" /><Relationship Type="http://schemas.openxmlformats.org/officeDocument/2006/relationships/notesMaster" Target="/ppt/notesMasters/notesMaster1.xml" Id="R6ef17dc4c1d1497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c79988dea7f4b03" /><Relationship Type="http://schemas.openxmlformats.org/officeDocument/2006/relationships/notesMaster" Target="/ppt/notesMasters/notesMaster1.xml" Id="Rdac801cd4fa4464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dbf17b4d4af487b" /><Relationship Type="http://schemas.openxmlformats.org/officeDocument/2006/relationships/notesMaster" Target="/ppt/notesMasters/notesMaster1.xml" Id="R854e57b45e58419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1ae0be0078840cf" /><Relationship Type="http://schemas.openxmlformats.org/officeDocument/2006/relationships/notesMaster" Target="/ppt/notesMasters/notesMaster1.xml" Id="Rf1ca219c54a1491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81f96d952be4e75" /><Relationship Type="http://schemas.openxmlformats.org/officeDocument/2006/relationships/notesMaster" Target="/ppt/notesMasters/notesMaster1.xml" Id="R0a693b1913a5406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1fd07bc8db541a1" /><Relationship Type="http://schemas.openxmlformats.org/officeDocument/2006/relationships/notesMaster" Target="/ppt/notesMasters/notesMaster1.xml" Id="R27bb0f26f459495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f2d344e00c342e6" /><Relationship Type="http://schemas.openxmlformats.org/officeDocument/2006/relationships/notesMaster" Target="/ppt/notesMasters/notesMaster1.xml" Id="R134159cb31a0421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a8a4afa76aa44a0" /><Relationship Type="http://schemas.openxmlformats.org/officeDocument/2006/relationships/notesMaster" Target="/ppt/notesMasters/notesMaster1.xml" Id="Rc6023956dcf741c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9bc1844c5b74b4c" /><Relationship Type="http://schemas.openxmlformats.org/officeDocument/2006/relationships/notesMaster" Target="/ppt/notesMasters/notesMaster1.xml" Id="R6920aa22dae34c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 · CAPÍTULO 1 · CONCEPTO</a:t>
            </a:r>
          </a:p>
          <a:p xmlns:a="http://schemas.openxmlformats.org/drawingml/2006/main">
            <a:r>
              <a:t>Título: Modelo de recursos de Azure</a:t>
            </a:r>
          </a:p>
          <a:p xmlns:a="http://schemas.openxmlformats.org/drawingml/2006/main">
            <a:r>
              <a:t>Sesión: Bonus: el mismo agente en Microsoft Foundry</a:t>
            </a:r>
          </a:p>
          <a:p xmlns:a="http://schemas.openxmlformats.org/drawingml/2006/main">
            <a:r>
              <a:t>Archivo: 13-bonus-foundry-editable-v2.pptx</a:t>
            </a:r>
          </a:p>
          <a:p xmlns:a="http://schemas.openxmlformats.org/drawingml/2006/main">
            <a:r>
              <a:t>Sección que soporta: Paso 1 y acceso-azure.md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https://github.com/javierrosado/ariwalab-course-langchain/blob/27c24090f1662f9473b673d2020e7bffee04490b/modulo-4-plus-foundry/README.md</a:t>
            </a:r>
          </a:p>
          <a:p xmlns:a="http://schemas.openxmlformats.org/drawingml/2006/main">
            <a:r>
              <a:t>Contexto adicional: laboratorios, demos y soluciones de modulo-4-plus-foundry;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Situar los recursos necesarios para el ejercicio del bonus.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Modelo de recursos de Azure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configuración apunta a recursos concretos, no solo a una marca de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nombre necesita la aplicación para invocar el deployment?».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Suscripción y grupo: Organizan acceso, recursos y seguimiento de costo.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Recurso y proyecto: Delimitan el entorno de trabajo de Foundry.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Deployment: Identifica el modelo desplegado que usará la aplicación.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La configuración apunta a recursos concretos, no solo a una marca de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Suscripción y grupo; Recurso y proyecto; Deployment.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El equipo confunde el nombre del modelo con el nombre del deployment.</a:t>
            </a:r>
          </a:p>
          <a:p xmlns:a="http://schemas.openxmlformats.org/drawingml/2006/main">
            <a:r>
              <a:t>Distinguir: Un modelo puede tener un deployment con otro nombre.</a:t>
            </a:r>
          </a:p>
          <a:p xmlns:a="http://schemas.openxmlformats.org/drawingml/2006/main">
            <a:r>
              <a:t>Configurar: Usar el identificador esperado por AI_MODEL.</a:t>
            </a:r>
          </a:p>
          <a:p xmlns:a="http://schemas.openxmlformats.org/drawingml/2006/main">
            <a:r>
              <a:t>Verificar: Ejecutar la comprobación de modelo del curso.</a:t>
            </a:r>
          </a:p>
          <a:p xmlns:a="http://schemas.openxmlformats.org/drawingml/2006/main">
            <a:r>
              <a:t>Resultado: El esquema reproduce el entorno del material; las pantallas del portal deben verificarse al usarlo.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nombre necesita la aplicación para invocar el deployment?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configuración apunta a recursos concretos, no solo a una marca de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Confundir recurso, proyecto, modelo y deployment.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S1: provider; S5: RAG; S6: guardrails; S10: evaluación.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Curso 2: profundización de arquitectura en Azure · Sigue: Dos vías de acceso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 · CAPÍTULO 1 · DESARROLLO</a:t>
            </a:r>
          </a:p>
          <a:p xmlns:a="http://schemas.openxmlformats.org/drawingml/2006/main">
            <a:r>
              <a:t>Título: Seguir la jerarquía del ejercicio</a:t>
            </a:r>
          </a:p>
          <a:p xmlns:a="http://schemas.openxmlformats.org/drawingml/2006/main">
            <a:r>
              <a:t>Sesión: Bonus: el mismo agente en Microsoft Foundry</a:t>
            </a:r>
          </a:p>
          <a:p xmlns:a="http://schemas.openxmlformats.org/drawingml/2006/main">
            <a:r>
              <a:t>Archivo: 13-bonus-foundry-editable-v2.pptx</a:t>
            </a:r>
          </a:p>
          <a:p xmlns:a="http://schemas.openxmlformats.org/drawingml/2006/main">
            <a:r>
              <a:t>Sección que soporta: Paso 1 y acceso-azure.md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https://github.com/javierrosado/ariwalab-course-langchain/blob/27c24090f1662f9473b673d2020e7bffee04490b/modulo-4-plus-foundry/README.md</a:t>
            </a:r>
          </a:p>
          <a:p xmlns:a="http://schemas.openxmlformats.org/drawingml/2006/main">
            <a:r>
              <a:t>Contexto adicional: laboratorios, demos y soluciones de modulo-4-plus-foundry;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Situar los recursos necesarios para el ejercicio del bonus.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Modelo de recursos de Azure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configuración apunta a recursos concretos, no solo a una marca de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Identificar: Registrar suscripción, grupo y proyecto usados.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Relacionar: Vincular endpoint y deployment a ese entorno.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Comprobar: Verificar permisos y configuración antes de invocar.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Confundir recurso, proyecto, modelo y deployment.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Identificar; Relacionar; Comprobar.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El equipo confunde el nombre del modelo con el nombre del deployment.</a:t>
            </a:r>
          </a:p>
          <a:p xmlns:a="http://schemas.openxmlformats.org/drawingml/2006/main">
            <a:r>
              <a:t>Distinguir: Un modelo puede tener un deployment con otro nombre.</a:t>
            </a:r>
          </a:p>
          <a:p xmlns:a="http://schemas.openxmlformats.org/drawingml/2006/main">
            <a:r>
              <a:t>Configurar: Usar el identificador esperado por AI_MODEL.</a:t>
            </a:r>
          </a:p>
          <a:p xmlns:a="http://schemas.openxmlformats.org/drawingml/2006/main">
            <a:r>
              <a:t>Verificar: Ejecutar la comprobación de modelo del curso.</a:t>
            </a:r>
          </a:p>
          <a:p xmlns:a="http://schemas.openxmlformats.org/drawingml/2006/main">
            <a:r>
              <a:t>Resultado: El esquema reproduce el entorno del material; las pantallas del portal deben verificarse al usarlo.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nombre necesita la aplicación para invocar el deployment?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configuración apunta a recursos concretos, no solo a una marca de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Confundir recurso, proyecto, modelo y deployment.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S1: provider; S5: RAG; S6: guardrails; S10: evaluación.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Curso 2: profundización de arquitectura en Azure · Sigue: Dos vías de acceso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3 · CAPÍTULO 1 · EJEMPLO</a:t>
            </a:r>
          </a:p>
          <a:p xmlns:a="http://schemas.openxmlformats.org/drawingml/2006/main">
            <a:r>
              <a:t>Título: Banco Inti · Modelo de recursos de Azure</a:t>
            </a:r>
          </a:p>
          <a:p xmlns:a="http://schemas.openxmlformats.org/drawingml/2006/main">
            <a:r>
              <a:t>Sesión: Bonus: el mismo agente en Microsoft Foundry</a:t>
            </a:r>
          </a:p>
          <a:p xmlns:a="http://schemas.openxmlformats.org/drawingml/2006/main">
            <a:r>
              <a:t>Archivo: 13-bonus-foundry-editable-v2.pptx</a:t>
            </a:r>
          </a:p>
          <a:p xmlns:a="http://schemas.openxmlformats.org/drawingml/2006/main">
            <a:r>
              <a:t>Sección que soporta: Paso 1 y acceso-azure.md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https://github.com/javierrosado/ariwalab-course-langchain/blob/27c24090f1662f9473b673d2020e7bffee04490b/modulo-4-plus-foundry/README.md</a:t>
            </a:r>
          </a:p>
          <a:p xmlns:a="http://schemas.openxmlformats.org/drawingml/2006/main">
            <a:r>
              <a:t>Contexto adicional: laboratorios, demos y soluciones de modulo-4-plus-foundry;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Situar los recursos necesarios para el ejercicio del bonus.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Modelo de recursos de Azure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configuración apunta a recursos concretos, no solo a una marca de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El equipo confunde el nombre del modelo con el nombre del deployment.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Distinguir: Un modelo puede tener un deployment con otro nombre.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Configurar: Usar el identificador esperado por AI_MODEL.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Verificar: Ejecutar la comprobación de modelo del 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El esquema reproduce el entorno del material; las pantallas del portal deben verificarse al usarlo.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Distinguir; Configurar; Verificar.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El equipo confunde el nombre del modelo con el nombre del deployment.</a:t>
            </a:r>
          </a:p>
          <a:p xmlns:a="http://schemas.openxmlformats.org/drawingml/2006/main">
            <a:r>
              <a:t>Distinguir: Un modelo puede tener un deployment con otro nombre.</a:t>
            </a:r>
          </a:p>
          <a:p xmlns:a="http://schemas.openxmlformats.org/drawingml/2006/main">
            <a:r>
              <a:t>Configurar: Usar el identificador esperado por AI_MODEL.</a:t>
            </a:r>
          </a:p>
          <a:p xmlns:a="http://schemas.openxmlformats.org/drawingml/2006/main">
            <a:r>
              <a:t>Verificar: Ejecutar la comprobación de modelo del curso.</a:t>
            </a:r>
          </a:p>
          <a:p xmlns:a="http://schemas.openxmlformats.org/drawingml/2006/main">
            <a:r>
              <a:t>Resultado: El esquema reproduce el entorno del material; las pantallas del portal deben verificarse al usarlo.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nombre necesita la aplicación para invocar el deployment?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configuración apunta a recursos concretos, no solo a una marca de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Confundir recurso, proyecto, modelo y deployment.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S1: provider; S5: RAG; S6: guardrails; S10: evaluación.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Curso 2: profundización de arquitectura en Azure · Sigue: Dos vías de acceso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4 · CAPÍTULO 2 · CONCEPTO</a:t>
            </a:r>
          </a:p>
          <a:p xmlns:a="http://schemas.openxmlformats.org/drawingml/2006/main">
            <a:r>
              <a:t>Título: Dos vías de acceso</a:t>
            </a:r>
          </a:p>
          <a:p xmlns:a="http://schemas.openxmlformats.org/drawingml/2006/main">
            <a:r>
              <a:t>Sesión: Bonus: el mismo agente en Microsoft Foundry</a:t>
            </a:r>
          </a:p>
          <a:p xmlns:a="http://schemas.openxmlformats.org/drawingml/2006/main">
            <a:r>
              <a:t>Archivo: 13-bonus-foundry-editable-v2.pptx</a:t>
            </a:r>
          </a:p>
          <a:p xmlns:a="http://schemas.openxmlformats.org/drawingml/2006/main">
            <a:r>
              <a:t>Sección que soporta: Paso 2 y acceso-azure.md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https://github.com/javierrosado/ariwalab-course-langchain/blob/27c24090f1662f9473b673d2020e7bffee04490b/modulo-4-plus-foundry/README.md</a:t>
            </a:r>
          </a:p>
          <a:p xmlns:a="http://schemas.openxmlformats.org/drawingml/2006/main">
            <a:r>
              <a:t>Contexto adicional: laboratorios, demos y soluciones de modulo-4-plus-foundry;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Elegir acceso propio o proyecto compartido según las condiciones del bonus.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Dos vías de acceso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Las vías difieren en acceso, no en el objetivo de observar portabilidad.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actividad se sustituye por un recorrido guiado en la vía B?».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Vía A: Crear recursos en una suscripción propia según el ejercicio.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Vía B: Usar el proyecto del docente y credenciales temporales.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común: Ejecutar el cambio de proveedor y completar la comparación.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Las vías difieren en acceso, no en el objetivo de observar portabilidad.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Vía A; Vía B; Objetivo común.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Un integrante no puede usar una tarjeta para crear una suscripción.</a:t>
            </a:r>
          </a:p>
          <a:p xmlns:a="http://schemas.openxmlformats.org/drawingml/2006/main">
            <a:r>
              <a:t>Elegir: La vía B evita ese paso de creación individual.</a:t>
            </a:r>
          </a:p>
          <a:p xmlns:a="http://schemas.openxmlformats.org/drawingml/2006/main">
            <a:r>
              <a:t>Configurar: Recibir endpoint, key y deployment por el canal del docente.</a:t>
            </a:r>
          </a:p>
          <a:p xmlns:a="http://schemas.openxmlformats.org/drawingml/2006/main">
            <a:r>
              <a:t>Continuar: Realizar el switch y la comparación previstos.</a:t>
            </a:r>
          </a:p>
          <a:p xmlns:a="http://schemas.openxmlformats.org/drawingml/2006/main">
            <a:r>
              <a:t>Resultado: El bonus es opcional y no condiciona la graduación del curso principal.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actividad se sustituye por un recorrido guiado en la vía B?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Las vías difieren en acceso, no en el objetivo de observar portabilidad.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Presentar tarjeta o Azure como requisito de las sesiones principales.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S1: provider; S5: RAG; S6: guardrails; S10: evaluación · Capítulo previo: Modelo de recursos de Azure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Curso 2: profundización de arquitectura en Azure · Sigue: Deployment y variables del destino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5 · CAPÍTULO 2 · DESARROLLO</a:t>
            </a:r>
          </a:p>
          <a:p xmlns:a="http://schemas.openxmlformats.org/drawingml/2006/main">
            <a:r>
              <a:t>Título: Qué cambia y qué se conserva</a:t>
            </a:r>
          </a:p>
          <a:p xmlns:a="http://schemas.openxmlformats.org/drawingml/2006/main">
            <a:r>
              <a:t>Sesión: Bonus: el mismo agente en Microsoft Foundry</a:t>
            </a:r>
          </a:p>
          <a:p xmlns:a="http://schemas.openxmlformats.org/drawingml/2006/main">
            <a:r>
              <a:t>Archivo: 13-bonus-foundry-editable-v2.pptx</a:t>
            </a:r>
          </a:p>
          <a:p xmlns:a="http://schemas.openxmlformats.org/drawingml/2006/main">
            <a:r>
              <a:t>Sección que soporta: Paso 2 y acceso-azure.md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https://github.com/javierrosado/ariwalab-course-langchain/blob/27c24090f1662f9473b673d2020e7bffee04490b/modulo-4-plus-foundry/README.md</a:t>
            </a:r>
          </a:p>
          <a:p xmlns:a="http://schemas.openxmlformats.org/drawingml/2006/main">
            <a:r>
              <a:t>Contexto adicional: laboratorios, demos y soluciones de modulo-4-plus-foundry;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Elegir acceso propio o proyecto compartido según las condiciones del bonus.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Dos vías de acceso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Las vías difieren en acceso, no en el objetivo de observar portabilidad.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Propio: El alumno realiza la creación de recursos y sigue su consumo.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Compartido: El docente entrega variables y condiciones de uso.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Ambos: Se configuran credenciales y se prueba el mismo agente.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Presentar tarjeta o Azure como requisito de las sesiones principales.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Propio; Compartido; Ambos.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Un integrante no puede usar una tarjeta para crear una suscripción.</a:t>
            </a:r>
          </a:p>
          <a:p xmlns:a="http://schemas.openxmlformats.org/drawingml/2006/main">
            <a:r>
              <a:t>Elegir: La vía B evita ese paso de creación individual.</a:t>
            </a:r>
          </a:p>
          <a:p xmlns:a="http://schemas.openxmlformats.org/drawingml/2006/main">
            <a:r>
              <a:t>Configurar: Recibir endpoint, key y deployment por el canal del docente.</a:t>
            </a:r>
          </a:p>
          <a:p xmlns:a="http://schemas.openxmlformats.org/drawingml/2006/main">
            <a:r>
              <a:t>Continuar: Realizar el switch y la comparación previstos.</a:t>
            </a:r>
          </a:p>
          <a:p xmlns:a="http://schemas.openxmlformats.org/drawingml/2006/main">
            <a:r>
              <a:t>Resultado: El bonus es opcional y no condiciona la graduación del curso principal.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actividad se sustituye por un recorrido guiado en la vía B?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Las vías difieren en acceso, no en el objetivo de observar portabilidad.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Presentar tarjeta o Azure como requisito de las sesiones principales.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S1: provider; S5: RAG; S6: guardrails; S10: evaluación · Capítulo previo: Modelo de recursos de Azure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Curso 2: profundización de arquitectura en Azure · Sigue: Deployment y variables del destino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6 · CAPÍTULO 2 · EJEMPLO</a:t>
            </a:r>
          </a:p>
          <a:p xmlns:a="http://schemas.openxmlformats.org/drawingml/2006/main">
            <a:r>
              <a:t>Título: MercaSur · Dos vías de acceso</a:t>
            </a:r>
          </a:p>
          <a:p xmlns:a="http://schemas.openxmlformats.org/drawingml/2006/main">
            <a:r>
              <a:t>Sesión: Bonus: el mismo agente en Microsoft Foundry</a:t>
            </a:r>
          </a:p>
          <a:p xmlns:a="http://schemas.openxmlformats.org/drawingml/2006/main">
            <a:r>
              <a:t>Archivo: 13-bonus-foundry-editable-v2.pptx</a:t>
            </a:r>
          </a:p>
          <a:p xmlns:a="http://schemas.openxmlformats.org/drawingml/2006/main">
            <a:r>
              <a:t>Sección que soporta: Paso 2 y acceso-azure.md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https://github.com/javierrosado/ariwalab-course-langchain/blob/27c24090f1662f9473b673d2020e7bffee04490b/modulo-4-plus-foundry/README.md</a:t>
            </a:r>
          </a:p>
          <a:p xmlns:a="http://schemas.openxmlformats.org/drawingml/2006/main">
            <a:r>
              <a:t>Contexto adicional: laboratorios, demos y soluciones de modulo-4-plus-foundry;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Elegir acceso propio o proyecto compartido según las condiciones del bonus.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Dos vías de acceso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Las vías difieren en acceso, no en el objetivo de observar portabilidad.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Un integrante no puede usar una tarjeta para crear una suscripción.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Elegir: La vía B evita ese paso de creación individual.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Configurar: Recibir endpoint, key y deployment por el canal del docente.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Continuar: Realizar el switch y la comparación previstos.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El bonus es opcional y no condiciona la graduación del curso principal.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Elegir; Configurar; Continuar.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Un integrante no puede usar una tarjeta para crear una suscripción.</a:t>
            </a:r>
          </a:p>
          <a:p xmlns:a="http://schemas.openxmlformats.org/drawingml/2006/main">
            <a:r>
              <a:t>Elegir: La vía B evita ese paso de creación individual.</a:t>
            </a:r>
          </a:p>
          <a:p xmlns:a="http://schemas.openxmlformats.org/drawingml/2006/main">
            <a:r>
              <a:t>Configurar: Recibir endpoint, key y deployment por el canal del docente.</a:t>
            </a:r>
          </a:p>
          <a:p xmlns:a="http://schemas.openxmlformats.org/drawingml/2006/main">
            <a:r>
              <a:t>Continuar: Realizar el switch y la comparación previstos.</a:t>
            </a:r>
          </a:p>
          <a:p xmlns:a="http://schemas.openxmlformats.org/drawingml/2006/main">
            <a:r>
              <a:t>Resultado: El bonus es opcional y no condiciona la graduación del curso principal.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actividad se sustituye por un recorrido guiado en la vía B?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Las vías difieren en acceso, no en el objetivo de observar portabilidad.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Presentar tarjeta o Azure como requisito de las sesiones principales.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S1: provider; S5: RAG; S6: guardrails; S10: evaluación · Capítulo previo: Modelo de recursos de Azure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Curso 2: profundización de arquitectura en Azure · Sigue: Deployment y variables del destino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7 · CAPÍTULO 3 · CONCEPTO</a:t>
            </a:r>
          </a:p>
          <a:p xmlns:a="http://schemas.openxmlformats.org/drawingml/2006/main">
            <a:r>
              <a:t>Título: Deployment y variables del destino</a:t>
            </a:r>
          </a:p>
          <a:p xmlns:a="http://schemas.openxmlformats.org/drawingml/2006/main">
            <a:r>
              <a:t>Sesión: Bonus: el mismo agente en Microsoft Foundry</a:t>
            </a:r>
          </a:p>
          <a:p xmlns:a="http://schemas.openxmlformats.org/drawingml/2006/main">
            <a:r>
              <a:t>Archivo: 13-bonus-foundry-editable-v2.pptx</a:t>
            </a:r>
          </a:p>
          <a:p xmlns:a="http://schemas.openxmlformats.org/drawingml/2006/main">
            <a:r>
              <a:t>Sección que soporta: Paso 3 y acceso-azure.md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https://github.com/javierrosado/ariwalab-course-langchain/blob/27c24090f1662f9473b673d2020e7bffee04490b/modulo-4-plus-foundry/README.md</a:t>
            </a:r>
          </a:p>
          <a:p xmlns:a="http://schemas.openxmlformats.org/drawingml/2006/main">
            <a:r>
              <a:t>Contexto adicional: laboratorios, demos y soluciones de modulo-4-plus-foundry;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Preparar la configuración de Foundry antes de cambiar el selector de proveedor.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Deployment y variables del destino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portabilidad necesita configuración válida para cada proveedor.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revisarías antes de modificar las tools por un error de deployment?».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Endpoint: AI_ENDPOINT identifica el destino configurado.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Credencial: AI_API_KEY permite autenticar según el ejercicio.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Modelo: AI_MODEL contiene el deployment correspondiente.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La portabilidad necesita configuración válida para cada proveedor.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Endpoint; Credencial; Modelo.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El endpoint es correcto, pero AI_MODEL aún apunta al valor usado en HF.</a:t>
            </a:r>
          </a:p>
          <a:p xmlns:a="http://schemas.openxmlformats.org/drawingml/2006/main">
            <a:r>
              <a:t>Detectar: La solicitud no identifica el deployment esperado.</a:t>
            </a:r>
          </a:p>
          <a:p xmlns:a="http://schemas.openxmlformats.org/drawingml/2006/main">
            <a:r>
              <a:t>Corregir: Alinear las variables del destino.</a:t>
            </a:r>
          </a:p>
          <a:p xmlns:a="http://schemas.openxmlformats.org/drawingml/2006/main">
            <a:r>
              <a:t>Repetir: Comprobar la conexión antes de investigar la lógica del agente.</a:t>
            </a:r>
          </a:p>
          <a:p xmlns:a="http://schemas.openxmlformats.org/drawingml/2006/main">
            <a:r>
              <a:t>Resultado: Cambiar una variable presupone que el resto de la configuración del destino ya está lista.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revisarías antes de modificar las tools por un error de deployment?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portabilidad necesita configuración válida para cada proveedor.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Interpretar el switch como una configuración completa desde cero.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S1: provider; S5: RAG; S6: guardrails; S10: evaluación · Capítulo previo: Dos vías de acceso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Curso 2: profundización de arquitectura en Azure · Sigue: El switch del proveedor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8 · CAPÍTULO 3 · DESARROLLO</a:t>
            </a:r>
          </a:p>
          <a:p xmlns:a="http://schemas.openxmlformats.org/drawingml/2006/main">
            <a:r>
              <a:t>Título: Verificar antes del switch</a:t>
            </a:r>
          </a:p>
          <a:p xmlns:a="http://schemas.openxmlformats.org/drawingml/2006/main">
            <a:r>
              <a:t>Sesión: Bonus: el mismo agente en Microsoft Foundry</a:t>
            </a:r>
          </a:p>
          <a:p xmlns:a="http://schemas.openxmlformats.org/drawingml/2006/main">
            <a:r>
              <a:t>Archivo: 13-bonus-foundry-editable-v2.pptx</a:t>
            </a:r>
          </a:p>
          <a:p xmlns:a="http://schemas.openxmlformats.org/drawingml/2006/main">
            <a:r>
              <a:t>Sección que soporta: Paso 3 y acceso-azure.md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https://github.com/javierrosado/ariwalab-course-langchain/blob/27c24090f1662f9473b673d2020e7bffee04490b/modulo-4-plus-foundry/README.md</a:t>
            </a:r>
          </a:p>
          <a:p xmlns:a="http://schemas.openxmlformats.org/drawingml/2006/main">
            <a:r>
              <a:t>Contexto adicional: laboratorios, demos y soluciones de modulo-4-plus-foundry;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Preparar la configuración de Foundry antes de cambiar el selector de proveedor.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Deployment y variables del destino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portabilidad necesita configuración válida para cada proveedor.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Completar: No dejar valores de ejemplo en las variables.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Seleccionar: Configurar AI_PROVIDER=foundry.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Probar: python -m comun.check_stack --solo-modelo.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Interpretar el switch como una configuración completa desde cero.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Completar; Seleccionar; Probar.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El endpoint es correcto, pero AI_MODEL aún apunta al valor usado en HF.</a:t>
            </a:r>
          </a:p>
          <a:p xmlns:a="http://schemas.openxmlformats.org/drawingml/2006/main">
            <a:r>
              <a:t>Detectar: La solicitud no identifica el deployment esperado.</a:t>
            </a:r>
          </a:p>
          <a:p xmlns:a="http://schemas.openxmlformats.org/drawingml/2006/main">
            <a:r>
              <a:t>Corregir: Alinear las variables del destino.</a:t>
            </a:r>
          </a:p>
          <a:p xmlns:a="http://schemas.openxmlformats.org/drawingml/2006/main">
            <a:r>
              <a:t>Repetir: Comprobar la conexión antes de investigar la lógica del agente.</a:t>
            </a:r>
          </a:p>
          <a:p xmlns:a="http://schemas.openxmlformats.org/drawingml/2006/main">
            <a:r>
              <a:t>Resultado: Cambiar una variable presupone que el resto de la configuración del destino ya está lista.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revisarías antes de modificar las tools por un error de deployment?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portabilidad necesita configuración válida para cada proveedor.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Interpretar el switch como una configuración completa desde cero.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S1: provider; S5: RAG; S6: guardrails; S10: evaluación · Capítulo previo: Dos vías de acceso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Curso 2: profundización de arquitectura en Azure · Sigue: El switch del proveedor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9 · CAPÍTULO 3 · EJEMPLO</a:t>
            </a:r>
          </a:p>
          <a:p xmlns:a="http://schemas.openxmlformats.org/drawingml/2006/main">
            <a:r>
              <a:t>Título: Andina Seguros · Deployment y variables del destino</a:t>
            </a:r>
          </a:p>
          <a:p xmlns:a="http://schemas.openxmlformats.org/drawingml/2006/main">
            <a:r>
              <a:t>Sesión: Bonus: el mismo agente en Microsoft Foundry</a:t>
            </a:r>
          </a:p>
          <a:p xmlns:a="http://schemas.openxmlformats.org/drawingml/2006/main">
            <a:r>
              <a:t>Archivo: 13-bonus-foundry-editable-v2.pptx</a:t>
            </a:r>
          </a:p>
          <a:p xmlns:a="http://schemas.openxmlformats.org/drawingml/2006/main">
            <a:r>
              <a:t>Sección que soporta: Paso 3 y acceso-azure.md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https://github.com/javierrosado/ariwalab-course-langchain/blob/27c24090f1662f9473b673d2020e7bffee04490b/modulo-4-plus-foundry/README.md</a:t>
            </a:r>
          </a:p>
          <a:p xmlns:a="http://schemas.openxmlformats.org/drawingml/2006/main">
            <a:r>
              <a:t>Contexto adicional: laboratorios, demos y soluciones de modulo-4-plus-foundry;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Preparar la configuración de Foundry antes de cambiar el selector de proveedor.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Deployment y variables del destino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portabilidad necesita configuración válida para cada proveedor.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El endpoint es correcto, pero AI_MODEL aún apunta al valor usado en HF.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Detectar: La solicitud no identifica el deployment esperado.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Corregir: Alinear las variables del destino.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Repetir: Comprobar la conexión antes de investigar la lógica del agente.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Cambiar una variable presupone que el resto de la configuración del destino ya está lista.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Detectar; Corregir; Repetir.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El endpoint es correcto, pero AI_MODEL aún apunta al valor usado en HF.</a:t>
            </a:r>
          </a:p>
          <a:p xmlns:a="http://schemas.openxmlformats.org/drawingml/2006/main">
            <a:r>
              <a:t>Detectar: La solicitud no identifica el deployment esperado.</a:t>
            </a:r>
          </a:p>
          <a:p xmlns:a="http://schemas.openxmlformats.org/drawingml/2006/main">
            <a:r>
              <a:t>Corregir: Alinear las variables del destino.</a:t>
            </a:r>
          </a:p>
          <a:p xmlns:a="http://schemas.openxmlformats.org/drawingml/2006/main">
            <a:r>
              <a:t>Repetir: Comprobar la conexión antes de investigar la lógica del agente.</a:t>
            </a:r>
          </a:p>
          <a:p xmlns:a="http://schemas.openxmlformats.org/drawingml/2006/main">
            <a:r>
              <a:t>Resultado: Cambiar una variable presupone que el resto de la configuración del destino ya está lista.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revisarías antes de modificar las tools por un error de deployment?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portabilidad necesita configuración válida para cada proveedor.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Interpretar el switch como una configuración completa desde cero.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S1: provider; S5: RAG; S6: guardrails; S10: evaluación · Capítulo previo: Dos vías de acceso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Curso 2: profundización de arquitectura en Azure · Sigue: El switch del proveedor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10 · CAPÍTULO 4 · CONCEPTO</a:t>
            </a:r>
          </a:p>
          <a:p xmlns:a="http://schemas.openxmlformats.org/drawingml/2006/main">
            <a:r>
              <a:t>Título: El switch del proveedor</a:t>
            </a:r>
          </a:p>
          <a:p xmlns:a="http://schemas.openxmlformats.org/drawingml/2006/main">
            <a:r>
              <a:t>Sesión: Bonus: el mismo agente en Microsoft Foundry</a:t>
            </a:r>
          </a:p>
          <a:p xmlns:a="http://schemas.openxmlformats.org/drawingml/2006/main">
            <a:r>
              <a:t>Archivo: 13-bonus-foundry-editable-v2.pptx</a:t>
            </a:r>
          </a:p>
          <a:p xmlns:a="http://schemas.openxmlformats.org/drawingml/2006/main">
            <a:r>
              <a:t>Sección que soporta: Paso 4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https://github.com/javierrosado/ariwalab-course-langchain/blob/27c24090f1662f9473b673d2020e7bffee04490b/modulo-4-plus-foundry/README.md</a:t>
            </a:r>
          </a:p>
          <a:p xmlns:a="http://schemas.openxmlformats.org/drawingml/2006/main">
            <a:r>
              <a:t>Contexto adicional: laboratorios, demos y soluciones de modulo-4-plus-foundry;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Ejecutar las mismas consultas con la misma lógica del agente y otro proveedor configurado.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El switch del proveedor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interfaz facilita cambiar de proveedor; las pruebas validan el resultado.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comprobarías además de que el modelo responde?».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Antes: AI_PROVIDER=huggingface y batería de cinco consultas.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Cambio: Seleccionar foundry en el adaptador común.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Después: Repetir exactamente la batería y comparar comportamiento.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La interfaz facilita cambiar de proveedor; las pruebas validan el resultado.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Antes; Cambio; Después.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La misma consulta de consumo se ejecuta con ambos proveedores.</a:t>
            </a:r>
          </a:p>
          <a:p xmlns:a="http://schemas.openxmlformats.org/drawingml/2006/main">
            <a:r>
              <a:t>Registrar: Guardar tool seleccionada, respuesta y tiempo en HF.</a:t>
            </a:r>
          </a:p>
          <a:p xmlns:a="http://schemas.openxmlformats.org/drawingml/2006/main">
            <a:r>
              <a:t>Repetir: Cambiar proveedor con el destino configurado.</a:t>
            </a:r>
          </a:p>
          <a:p xmlns:a="http://schemas.openxmlformats.org/drawingml/2006/main">
            <a:r>
              <a:t>Comparar: Verificar dato, decisión y costo de la ejecución.</a:t>
            </a:r>
          </a:p>
          <a:p xmlns:a="http://schemas.openxmlformats.org/drawingml/2006/main">
            <a:r>
              <a:t>Resultado: Mantener código no garantiza mantener exactamente las respuestas.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comprobarías además de que el modelo responde?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interfaz facilita cambiar de proveedor; las pruebas validan el resultado.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Confundir el switch del modelo con migrar toda la infraestructura.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S1: provider; S5: RAG; S6: guardrails; S10: evaluación · Capítulo previo: Deployment y variables del destino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Curso 2: profundización de arquitectura en Azure · Sigue: Hosted agent y protocolo Responses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11 · CAPÍTULO 4 · DESARROLLO</a:t>
            </a:r>
          </a:p>
          <a:p xmlns:a="http://schemas.openxmlformats.org/drawingml/2006/main">
            <a:r>
              <a:t>Título: Qué conserva la interfaz</a:t>
            </a:r>
          </a:p>
          <a:p xmlns:a="http://schemas.openxmlformats.org/drawingml/2006/main">
            <a:r>
              <a:t>Sesión: Bonus: el mismo agente en Microsoft Foundry</a:t>
            </a:r>
          </a:p>
          <a:p xmlns:a="http://schemas.openxmlformats.org/drawingml/2006/main">
            <a:r>
              <a:t>Archivo: 13-bonus-foundry-editable-v2.pptx</a:t>
            </a:r>
          </a:p>
          <a:p xmlns:a="http://schemas.openxmlformats.org/drawingml/2006/main">
            <a:r>
              <a:t>Sección que soporta: Paso 4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https://github.com/javierrosado/ariwalab-course-langchain/blob/27c24090f1662f9473b673d2020e7bffee04490b/modulo-4-plus-foundry/README.md</a:t>
            </a:r>
          </a:p>
          <a:p xmlns:a="http://schemas.openxmlformats.org/drawingml/2006/main">
            <a:r>
              <a:t>Contexto adicional: laboratorios, demos y soluciones de modulo-4-plus-foundry;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Ejecutar las mismas consultas con la misma lógica del agente y otro proveedor configurado.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El switch del proveedor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interfaz facilita cambiar de proveedor; las pruebas validan el resultado.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Código: Prompt, tools y retriever pueden reutilizarse en el agente existente.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Datos: Qdrant y el simulador siguen siendo servicios externos.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Variación: El nuevo modelo puede decidir o redactar de otra manera.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Confundir el switch del modelo con migrar toda la infraestructura.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Código; Datos; Variación.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La misma consulta de consumo se ejecuta con ambos proveedores.</a:t>
            </a:r>
          </a:p>
          <a:p xmlns:a="http://schemas.openxmlformats.org/drawingml/2006/main">
            <a:r>
              <a:t>Registrar: Guardar tool seleccionada, respuesta y tiempo en HF.</a:t>
            </a:r>
          </a:p>
          <a:p xmlns:a="http://schemas.openxmlformats.org/drawingml/2006/main">
            <a:r>
              <a:t>Repetir: Cambiar proveedor con el destino configurado.</a:t>
            </a:r>
          </a:p>
          <a:p xmlns:a="http://schemas.openxmlformats.org/drawingml/2006/main">
            <a:r>
              <a:t>Comparar: Verificar dato, decisión y costo de la ejecución.</a:t>
            </a:r>
          </a:p>
          <a:p xmlns:a="http://schemas.openxmlformats.org/drawingml/2006/main">
            <a:r>
              <a:t>Resultado: Mantener código no garantiza mantener exactamente las respuestas.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comprobarías además de que el modelo responde?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interfaz facilita cambiar de proveedor; las pruebas validan el resultado.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Confundir el switch del modelo con migrar toda la infraestructura.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S1: provider; S5: RAG; S6: guardrails; S10: evaluación · Capítulo previo: Deployment y variables del destino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Curso 2: profundización de arquitectura en Azure · Sigue: Hosted agent y protocolo Responses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12 · CAPÍTULO 4 · EJEMPLO</a:t>
            </a:r>
          </a:p>
          <a:p xmlns:a="http://schemas.openxmlformats.org/drawingml/2006/main">
            <a:r>
              <a:t>Título: AndesMóvil · El switch del proveedor</a:t>
            </a:r>
          </a:p>
          <a:p xmlns:a="http://schemas.openxmlformats.org/drawingml/2006/main">
            <a:r>
              <a:t>Sesión: Bonus: el mismo agente en Microsoft Foundry</a:t>
            </a:r>
          </a:p>
          <a:p xmlns:a="http://schemas.openxmlformats.org/drawingml/2006/main">
            <a:r>
              <a:t>Archivo: 13-bonus-foundry-editable-v2.pptx</a:t>
            </a:r>
          </a:p>
          <a:p xmlns:a="http://schemas.openxmlformats.org/drawingml/2006/main">
            <a:r>
              <a:t>Sección que soporta: Paso 4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https://github.com/javierrosado/ariwalab-course-langchain/blob/27c24090f1662f9473b673d2020e7bffee04490b/modulo-4-plus-foundry/README.md</a:t>
            </a:r>
          </a:p>
          <a:p xmlns:a="http://schemas.openxmlformats.org/drawingml/2006/main">
            <a:r>
              <a:t>Contexto adicional: laboratorios, demos y soluciones de modulo-4-plus-foundry;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Ejecutar las mismas consultas con la misma lógica del agente y otro proveedor configurado.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El switch del proveedor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interfaz facilita cambiar de proveedor; las pruebas validan el resultado.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La misma consulta de consumo se ejecuta con ambos proveedores.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Registrar: Guardar tool seleccionada, respuesta y tiempo en HF.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Repetir: Cambiar proveedor con el destino configurado.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Comparar: Verificar dato, decisión y costo de la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Mantener código no garantiza mantener exactamente las respuestas.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Registrar; Repetir; Comparar.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La misma consulta de consumo se ejecuta con ambos proveedores.</a:t>
            </a:r>
          </a:p>
          <a:p xmlns:a="http://schemas.openxmlformats.org/drawingml/2006/main">
            <a:r>
              <a:t>Registrar: Guardar tool seleccionada, respuesta y tiempo en HF.</a:t>
            </a:r>
          </a:p>
          <a:p xmlns:a="http://schemas.openxmlformats.org/drawingml/2006/main">
            <a:r>
              <a:t>Repetir: Cambiar proveedor con el destino configurado.</a:t>
            </a:r>
          </a:p>
          <a:p xmlns:a="http://schemas.openxmlformats.org/drawingml/2006/main">
            <a:r>
              <a:t>Comparar: Verificar dato, decisión y costo de la ejecución.</a:t>
            </a:r>
          </a:p>
          <a:p xmlns:a="http://schemas.openxmlformats.org/drawingml/2006/main">
            <a:r>
              <a:t>Resultado: Mantener código no garantiza mantener exactamente las respuestas.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comprobarías además de que el modelo responde?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interfaz facilita cambiar de proveedor; las pruebas validan el resultado.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Confundir el switch del modelo con migrar toda la infraestructura.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S1: provider; S5: RAG; S6: guardrails; S10: evaluación · Capítulo previo: Deployment y variables del destino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Curso 2: profundización de arquitectura en Azure · Sigue: Hosted agent y protocolo Responses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13 · CAPÍTULO 5 · CONCEPTO</a:t>
            </a:r>
          </a:p>
          <a:p xmlns:a="http://schemas.openxmlformats.org/drawingml/2006/main">
            <a:r>
              <a:t>Título: Hosted agent y protocolo Responses</a:t>
            </a:r>
          </a:p>
          <a:p xmlns:a="http://schemas.openxmlformats.org/drawingml/2006/main">
            <a:r>
              <a:t>Sesión: Bonus: el mismo agente en Microsoft Foundry</a:t>
            </a:r>
          </a:p>
          <a:p xmlns:a="http://schemas.openxmlformats.org/drawingml/2006/main">
            <a:r>
              <a:t>Archivo: 13-bonus-foundry-editable-v2.pptx</a:t>
            </a:r>
          </a:p>
          <a:p xmlns:a="http://schemas.openxmlformats.org/drawingml/2006/main">
            <a:r>
              <a:t>Sección que soporta: Paso 5 y host/main.py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https://github.com/javierrosado/ariwalab-course-langchain/blob/27c24090f1662f9473b673d2020e7bffee04490b/modulo-4-plus-foundry/README.md</a:t>
            </a:r>
          </a:p>
          <a:p xmlns:a="http://schemas.openxmlformats.org/drawingml/2006/main">
            <a:r>
              <a:t>Contexto adicional: laboratorios, demos y soluciones de modulo-4-plus-foundry;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Distinguir usar un modelo de Foundry y alojar allí el agente.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Hosted agent y protocolo Responses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Cambiar el proveedor y cambiar dónde vive el agente son decisiones distintas.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nueva frontera aparece al sustituir la API propia por /responses?».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Inferencia: El agente puede seguir ejecutándose fuera y llamar al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Hosting: La plataforma aloja un grafo compatible del agente.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Interfaz: ResponsesHostServer expone el grafo mediante /responses.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Cambiar el proveedor y cambiar dónde vive el agente son decisiones distintas.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Inferencia; Hosting; Interfaz.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El switch funciona localmente; el equipo quiere ahora un endpoint alojado.</a:t>
            </a:r>
          </a:p>
          <a:p xmlns:a="http://schemas.openxmlformats.org/drawingml/2006/main">
            <a:r>
              <a:t>Separar: La prueba del modelo ya pasó.</a:t>
            </a:r>
          </a:p>
          <a:p xmlns:a="http://schemas.openxmlformats.org/drawingml/2006/main">
            <a:r>
              <a:t>Envolver: Preparar el grafo para el host del bonus.</a:t>
            </a:r>
          </a:p>
          <a:p xmlns:a="http://schemas.openxmlformats.org/drawingml/2006/main">
            <a:r>
              <a:t>Revalidar: Comprobar contrato, estado y controles del nuevo recorrido.</a:t>
            </a:r>
          </a:p>
          <a:p xmlns:a="http://schemas.openxmlformats.org/drawingml/2006/main">
            <a:r>
              <a:t>Resultado: La integración de hosting está en preview en el material y requiere verificación del entorno.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nueva frontera aparece al sustituir la API propia por /responses?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Cambiar el proveedor y cambiar dónde vive el agente son decisiones distintas.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Afirmar que un switch local ya demuestra un hosted agent desplegado.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S1: provider; S5: RAG; S6: guardrails; S10: evaluación · Capítulo previo: El switch del proveedor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Curso 2: profundización de arquitectura en Azure · Sigue: Envolver el agente: qué porta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14 · CAPÍTULO 5 · DESARROLLO</a:t>
            </a:r>
          </a:p>
          <a:p xmlns:a="http://schemas.openxmlformats.org/drawingml/2006/main">
            <a:r>
              <a:t>Título: Una migración con fronteras</a:t>
            </a:r>
          </a:p>
          <a:p xmlns:a="http://schemas.openxmlformats.org/drawingml/2006/main">
            <a:r>
              <a:t>Sesión: Bonus: el mismo agente en Microsoft Foundry</a:t>
            </a:r>
          </a:p>
          <a:p xmlns:a="http://schemas.openxmlformats.org/drawingml/2006/main">
            <a:r>
              <a:t>Archivo: 13-bonus-foundry-editable-v2.pptx</a:t>
            </a:r>
          </a:p>
          <a:p xmlns:a="http://schemas.openxmlformats.org/drawingml/2006/main">
            <a:r>
              <a:t>Sección que soporta: Paso 5 y host/main.py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https://github.com/javierrosado/ariwalab-course-langchain/blob/27c24090f1662f9473b673d2020e7bffee04490b/modulo-4-plus-foundry/README.md</a:t>
            </a:r>
          </a:p>
          <a:p xmlns:a="http://schemas.openxmlformats.org/drawingml/2006/main">
            <a:r>
              <a:t>Contexto adicional: laboratorios, demos y soluciones de modulo-4-plus-foundry;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Distinguir usar un modelo de Foundry y alojar allí el agente.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Hosted agent y protocolo Responses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Cambiar el proveedor y cambiar dónde vive el agente son decisiones distintas.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Entrada: La interfaz HTTP ya no es necesariamente el /chat propio de S8.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Grafo: El host espera un grafo compilado compatible.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Estado y controles: La semántica de sesiones y middleware debe revisarse.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Afirmar que un switch local ya demuestra un hosted agent desplegado.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Entrada; Grafo; Estado y controles.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El switch funciona localmente; el equipo quiere ahora un endpoint alojado.</a:t>
            </a:r>
          </a:p>
          <a:p xmlns:a="http://schemas.openxmlformats.org/drawingml/2006/main">
            <a:r>
              <a:t>Separar: La prueba del modelo ya pasó.</a:t>
            </a:r>
          </a:p>
          <a:p xmlns:a="http://schemas.openxmlformats.org/drawingml/2006/main">
            <a:r>
              <a:t>Envolver: Preparar el grafo para el host del bonus.</a:t>
            </a:r>
          </a:p>
          <a:p xmlns:a="http://schemas.openxmlformats.org/drawingml/2006/main">
            <a:r>
              <a:t>Revalidar: Comprobar contrato, estado y controles del nuevo recorrido.</a:t>
            </a:r>
          </a:p>
          <a:p xmlns:a="http://schemas.openxmlformats.org/drawingml/2006/main">
            <a:r>
              <a:t>Resultado: La integración de hosting está en preview en el material y requiere verificación del entorno.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nueva frontera aparece al sustituir la API propia por /responses?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Cambiar el proveedor y cambiar dónde vive el agente son decisiones distintas.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Afirmar que un switch local ya demuestra un hosted agent desplegado.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S1: provider; S5: RAG; S6: guardrails; S10: evaluación · Capítulo previo: El switch del proveedor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Curso 2: profundización de arquitectura en Azure · Sigue: Envolver el agente: qué porta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15 · CAPÍTULO 5 · EJEMPLO</a:t>
            </a:r>
          </a:p>
          <a:p xmlns:a="http://schemas.openxmlformats.org/drawingml/2006/main">
            <a:r>
              <a:t>Título: MercaSur · Hosted agent y protocolo Responses</a:t>
            </a:r>
          </a:p>
          <a:p xmlns:a="http://schemas.openxmlformats.org/drawingml/2006/main">
            <a:r>
              <a:t>Sesión: Bonus: el mismo agente en Microsoft Foundry</a:t>
            </a:r>
          </a:p>
          <a:p xmlns:a="http://schemas.openxmlformats.org/drawingml/2006/main">
            <a:r>
              <a:t>Archivo: 13-bonus-foundry-editable-v2.pptx</a:t>
            </a:r>
          </a:p>
          <a:p xmlns:a="http://schemas.openxmlformats.org/drawingml/2006/main">
            <a:r>
              <a:t>Sección que soporta: Paso 5 y host/main.py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https://github.com/javierrosado/ariwalab-course-langchain/blob/27c24090f1662f9473b673d2020e7bffee04490b/modulo-4-plus-foundry/README.md</a:t>
            </a:r>
          </a:p>
          <a:p xmlns:a="http://schemas.openxmlformats.org/drawingml/2006/main">
            <a:r>
              <a:t>Contexto adicional: laboratorios, demos y soluciones de modulo-4-plus-foundry;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Distinguir usar un modelo de Foundry y alojar allí el agente.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Hosted agent y protocolo Responses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Cambiar el proveedor y cambiar dónde vive el agente son decisiones distintas.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El switch funciona localmente; el equipo quiere ahora un endpoint alojado.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Separar: La prueba del modelo ya pasó.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Envolver: Preparar el grafo para el host del bonus.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Revalidar: Comprobar contrato, estado y controles del nuevo recorrido.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La integración de hosting está en preview en el material y requiere verificación del entorno.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Separar; Envolver; Revalidar.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El switch funciona localmente; el equipo quiere ahora un endpoint alojado.</a:t>
            </a:r>
          </a:p>
          <a:p xmlns:a="http://schemas.openxmlformats.org/drawingml/2006/main">
            <a:r>
              <a:t>Separar: La prueba del modelo ya pasó.</a:t>
            </a:r>
          </a:p>
          <a:p xmlns:a="http://schemas.openxmlformats.org/drawingml/2006/main">
            <a:r>
              <a:t>Envolver: Preparar el grafo para el host del bonus.</a:t>
            </a:r>
          </a:p>
          <a:p xmlns:a="http://schemas.openxmlformats.org/drawingml/2006/main">
            <a:r>
              <a:t>Revalidar: Comprobar contrato, estado y controles del nuevo recorrido.</a:t>
            </a:r>
          </a:p>
          <a:p xmlns:a="http://schemas.openxmlformats.org/drawingml/2006/main">
            <a:r>
              <a:t>Resultado: La integración de hosting está en preview en el material y requiere verificación del entorno.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nueva frontera aparece al sustituir la API propia por /responses?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Cambiar el proveedor y cambiar dónde vive el agente son decisiones distintas.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Afirmar que un switch local ya demuestra un hosted agent desplegado.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S1: provider; S5: RAG; S6: guardrails; S10: evaluación · Capítulo previo: El switch del proveedor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Curso 2: profundización de arquitectura en Azure · Sigue: Envolver el agente: qué porta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16 · CAPÍTULO 6 · CONCEPTO</a:t>
            </a:r>
          </a:p>
          <a:p xmlns:a="http://schemas.openxmlformats.org/drawingml/2006/main">
            <a:r>
              <a:t>Título: Envolver el agente: qué porta</a:t>
            </a:r>
          </a:p>
          <a:p xmlns:a="http://schemas.openxmlformats.org/drawingml/2006/main">
            <a:r>
              <a:t>Sesión: Bonus: el mismo agente en Microsoft Foundry</a:t>
            </a:r>
          </a:p>
          <a:p xmlns:a="http://schemas.openxmlformats.org/drawingml/2006/main">
            <a:r>
              <a:t>Archivo: 13-bonus-foundry-editable-v2.pptx</a:t>
            </a:r>
          </a:p>
          <a:p xmlns:a="http://schemas.openxmlformats.org/drawingml/2006/main">
            <a:r>
              <a:t>Sección que soporta: Paso 6 y host/main.py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https://github.com/javierrosado/ariwalab-course-langchain/blob/27c24090f1662f9473b673d2020e7bffee04490b/modulo-4-plus-foundry/README.md</a:t>
            </a:r>
          </a:p>
          <a:p xmlns:a="http://schemas.openxmlformats.org/drawingml/2006/main">
            <a:r>
              <a:t>Contexto adicional: laboratorios, demos y soluciones de modulo-4-plus-foundry;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Leer con precisión la reutilización y las adaptaciones pendientes del checkpoint alojado.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Envolver el agente: qué porta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portabilidad se demuestra responsabilidad por responsabilidad.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prueba falta si solo verificaste que /responses devuelve texto?».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Reutilizable: provider, prompt, cuatro tools núcleo y retriever.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Nuevo grafo: create_agent construye el objeto que recibirá el host.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Adaptación pendiente: Memoria y guardrails del bucle manual no se portan automáticamente.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La portabilidad se demuestra responsabilidad por responsabilidad.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Reutilizable; Nuevo grafo; Adaptación pendiente.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La versión local bloquea una operación, pero el host no incorpora ese wrapper.</a:t>
            </a:r>
          </a:p>
          <a:p xmlns:a="http://schemas.openxmlformats.org/drawingml/2006/main">
            <a:r>
              <a:t>Detectar: Importar las mismas tools no copia todos los controles.</a:t>
            </a:r>
          </a:p>
          <a:p xmlns:a="http://schemas.openxmlformats.org/drawingml/2006/main">
            <a:r>
              <a:t>Adaptar: Implementar los enganches compatibles antes de declarar equivalencia.</a:t>
            </a:r>
          </a:p>
          <a:p xmlns:a="http://schemas.openxmlformats.org/drawingml/2006/main">
            <a:r>
              <a:t>Probar: Repetir la batería de acciones y salidas en el endpoint alojado.</a:t>
            </a:r>
          </a:p>
          <a:p xmlns:a="http://schemas.openxmlformats.org/drawingml/2006/main">
            <a:r>
              <a:t>Resultado: El ejemplo no acredita equivalencia de guardrails o memoria entre ambas arquitecturas.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prueba falta si solo verificaste que /responses devuelve texto?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portabilidad se demuestra responsabilidad por responsabilidad.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Extender la promesa de código idéntico del switch a todo el hosting.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S1: provider; S5: RAG; S6: guardrails; S10: evaluación · Capítulo previo: Hosted agent y protocolo Responses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Curso 2: profundización de arquitectura en Azure · Sigue: Desplegar con azd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17 · CAPÍTULO 6 · DESARROLLO</a:t>
            </a:r>
          </a:p>
          <a:p xmlns:a="http://schemas.openxmlformats.org/drawingml/2006/main">
            <a:r>
              <a:t>Título: Comparar responsabilidades</a:t>
            </a:r>
          </a:p>
          <a:p xmlns:a="http://schemas.openxmlformats.org/drawingml/2006/main">
            <a:r>
              <a:t>Sesión: Bonus: el mismo agente en Microsoft Foundry</a:t>
            </a:r>
          </a:p>
          <a:p xmlns:a="http://schemas.openxmlformats.org/drawingml/2006/main">
            <a:r>
              <a:t>Archivo: 13-bonus-foundry-editable-v2.pptx</a:t>
            </a:r>
          </a:p>
          <a:p xmlns:a="http://schemas.openxmlformats.org/drawingml/2006/main">
            <a:r>
              <a:t>Sección que soporta: Paso 6 y host/main.py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https://github.com/javierrosado/ariwalab-course-langchain/blob/27c24090f1662f9473b673d2020e7bffee04490b/modulo-4-plus-foundry/README.md</a:t>
            </a:r>
          </a:p>
          <a:p xmlns:a="http://schemas.openxmlformats.org/drawingml/2006/main">
            <a:r>
              <a:t>Contexto adicional: laboratorios, demos y soluciones de modulo-4-plus-foundry;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Leer con precisión la reutilización y las adaptaciones pendientes del checkpoint alojado.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Envolver el agente: qué porta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portabilidad se demuestra responsabilidad por responsabilidad.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L6: El wrapper Python aplica entrada, acción y salida.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Host: ResponsesHostServer recibe el grafo creado en host/main.py.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Brecha: Los controles anteriores deben adaptarse y probarse en esa ruta.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Extender la promesa de código idéntico del switch a todo el hosting.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L6; Host; Brecha.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La versión local bloquea una operación, pero el host no incorpora ese wrapper.</a:t>
            </a:r>
          </a:p>
          <a:p xmlns:a="http://schemas.openxmlformats.org/drawingml/2006/main">
            <a:r>
              <a:t>Detectar: Importar las mismas tools no copia todos los controles.</a:t>
            </a:r>
          </a:p>
          <a:p xmlns:a="http://schemas.openxmlformats.org/drawingml/2006/main">
            <a:r>
              <a:t>Adaptar: Implementar los enganches compatibles antes de declarar equivalencia.</a:t>
            </a:r>
          </a:p>
          <a:p xmlns:a="http://schemas.openxmlformats.org/drawingml/2006/main">
            <a:r>
              <a:t>Probar: Repetir la batería de acciones y salidas en el endpoint alojado.</a:t>
            </a:r>
          </a:p>
          <a:p xmlns:a="http://schemas.openxmlformats.org/drawingml/2006/main">
            <a:r>
              <a:t>Resultado: El ejemplo no acredita equivalencia de guardrails o memoria entre ambas arquitecturas.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prueba falta si solo verificaste que /responses devuelve texto?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portabilidad se demuestra responsabilidad por responsabilidad.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Extender la promesa de código idéntico del switch a todo el hosting.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S1: provider; S5: RAG; S6: guardrails; S10: evaluación · Capítulo previo: Hosted agent y protocolo Responses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Curso 2: profundización de arquitectura en Azure · Sigue: Desplegar con azd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18 · CAPÍTULO 6 · EJEMPLO</a:t>
            </a:r>
          </a:p>
          <a:p xmlns:a="http://schemas.openxmlformats.org/drawingml/2006/main">
            <a:r>
              <a:t>Título: Banco Inti · Envolver el agente: qué porta</a:t>
            </a:r>
          </a:p>
          <a:p xmlns:a="http://schemas.openxmlformats.org/drawingml/2006/main">
            <a:r>
              <a:t>Sesión: Bonus: el mismo agente en Microsoft Foundry</a:t>
            </a:r>
          </a:p>
          <a:p xmlns:a="http://schemas.openxmlformats.org/drawingml/2006/main">
            <a:r>
              <a:t>Archivo: 13-bonus-foundry-editable-v2.pptx</a:t>
            </a:r>
          </a:p>
          <a:p xmlns:a="http://schemas.openxmlformats.org/drawingml/2006/main">
            <a:r>
              <a:t>Sección que soporta: Paso 6 y host/main.py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https://github.com/javierrosado/ariwalab-course-langchain/blob/27c24090f1662f9473b673d2020e7bffee04490b/modulo-4-plus-foundry/README.md</a:t>
            </a:r>
          </a:p>
          <a:p xmlns:a="http://schemas.openxmlformats.org/drawingml/2006/main">
            <a:r>
              <a:t>Contexto adicional: laboratorios, demos y soluciones de modulo-4-plus-foundry;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Leer con precisión la reutilización y las adaptaciones pendientes del checkpoint alojado.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Envolver el agente: qué porta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portabilidad se demuestra responsabilidad por responsabilidad.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La versión local bloquea una operación, pero el host no incorpora ese wrapper.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Detectar: Importar las mismas tools no copia todos los controles.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Adaptar: Implementar los enganches compatibles antes de declarar equivalencia.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Probar: Repetir la batería de acciones y salidas en el endpoint alojado.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El ejemplo no acredita equivalencia de guardrails o memoria entre ambas arquitecturas.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Detectar; Adaptar; Probar.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La versión local bloquea una operación, pero el host no incorpora ese wrapper.</a:t>
            </a:r>
          </a:p>
          <a:p xmlns:a="http://schemas.openxmlformats.org/drawingml/2006/main">
            <a:r>
              <a:t>Detectar: Importar las mismas tools no copia todos los controles.</a:t>
            </a:r>
          </a:p>
          <a:p xmlns:a="http://schemas.openxmlformats.org/drawingml/2006/main">
            <a:r>
              <a:t>Adaptar: Implementar los enganches compatibles antes de declarar equivalencia.</a:t>
            </a:r>
          </a:p>
          <a:p xmlns:a="http://schemas.openxmlformats.org/drawingml/2006/main">
            <a:r>
              <a:t>Probar: Repetir la batería de acciones y salidas en el endpoint alojado.</a:t>
            </a:r>
          </a:p>
          <a:p xmlns:a="http://schemas.openxmlformats.org/drawingml/2006/main">
            <a:r>
              <a:t>Resultado: El ejemplo no acredita equivalencia de guardrails o memoria entre ambas arquitecturas.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prueba falta si solo verificaste que /responses devuelve texto?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portabilidad se demuestra responsabilidad por responsabilidad.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Extender la promesa de código idéntico del switch a todo el hosting.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S1: provider; S5: RAG; S6: guardrails; S10: evaluación · Capítulo previo: Hosted agent y protocolo Responses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Curso 2: profundización de arquitectura en Azure · Sigue: Desplegar con azd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19 · CAPÍTULO 7 · CONCEPTO</a:t>
            </a:r>
          </a:p>
          <a:p xmlns:a="http://schemas.openxmlformats.org/drawingml/2006/main">
            <a:r>
              <a:t>Título: Desplegar con azd</a:t>
            </a:r>
          </a:p>
          <a:p xmlns:a="http://schemas.openxmlformats.org/drawingml/2006/main">
            <a:r>
              <a:t>Sesión: Bonus: el mismo agente en Microsoft Foundry</a:t>
            </a:r>
          </a:p>
          <a:p xmlns:a="http://schemas.openxmlformats.org/drawingml/2006/main">
            <a:r>
              <a:t>Archivo: 13-bonus-foundry-editable-v2.pptx</a:t>
            </a:r>
          </a:p>
          <a:p xmlns:a="http://schemas.openxmlformats.org/drawingml/2006/main">
            <a:r>
              <a:t>Sección que soporta: Paso 7 y host/azure.yaml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https://github.com/javierrosado/ariwalab-course-langchain/blob/27c24090f1662f9473b673d2020e7bffee04490b/modulo-4-plus-foundry/README.md</a:t>
            </a:r>
          </a:p>
          <a:p xmlns:a="http://schemas.openxmlformats.org/drawingml/2006/main">
            <a:r>
              <a:t>Contexto adicional: laboratorios, demos y soluciones de modulo-4-plus-foundry;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Relacionar configuración, ejecución local y despliegue del agente alojado.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Desplegar con azd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evidencia final es un endpoint que ejecuta el flujo previsto.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prueba de extremo a extremo falta después de un deploy exitoso?».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Preparar: Extensión, autenticación y configuración del proyecto.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Verificar: azd ai agent run prueba localmente contra el deployment.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Publicar: Provisionar si corresponde y desplegar según la configuración del host.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La evidencia final es un endpoint que ejecuta el flujo previsto.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Preparar; Verificar; Publicar.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La ejecución local funciona, pero el endpoint alojado falla al consultar Qdrant.</a:t>
            </a:r>
          </a:p>
          <a:p xmlns:a="http://schemas.openxmlformats.org/drawingml/2006/main">
            <a:r>
              <a:t>Separar: El despliegue no hereda automáticamente el entorno local.</a:t>
            </a:r>
          </a:p>
          <a:p xmlns:a="http://schemas.openxmlformats.org/drawingml/2006/main">
            <a:r>
              <a:t>Revisar: Variables y acceso a dependencias del host.</a:t>
            </a:r>
          </a:p>
          <a:p xmlns:a="http://schemas.openxmlformats.org/drawingml/2006/main">
            <a:r>
              <a:t>Comprobar: Repetir una consulta que necesite recuperación documental.</a:t>
            </a:r>
          </a:p>
          <a:p xmlns:a="http://schemas.openxmlformats.org/drawingml/2006/main">
            <a:r>
              <a:t>Resultado: El README también menciona azd up; se debe contrastar con la configuración y versión usadas.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prueba de extremo a extremo falta después de un deploy exitoso?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evidencia final es un endpoint que ejecuta el flujo previsto.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Presentar una salida de despliegue como garantía de funcionamiento de todas las dependencias.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S1: provider; S5: RAG; S6: guardrails; S10: evaluación · Capítulo previo: Envolver el agente: qué porta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Curso 2: profundización de arquitectura en Azure · Sigue: Comparar siete dimensiones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20 · CAPÍTULO 7 · DESARROLLO</a:t>
            </a:r>
          </a:p>
          <a:p xmlns:a="http://schemas.openxmlformats.org/drawingml/2006/main">
            <a:r>
              <a:t>Título: Comandos y evidencia del repositorio</a:t>
            </a:r>
          </a:p>
          <a:p xmlns:a="http://schemas.openxmlformats.org/drawingml/2006/main">
            <a:r>
              <a:t>Sesión: Bonus: el mismo agente en Microsoft Foundry</a:t>
            </a:r>
          </a:p>
          <a:p xmlns:a="http://schemas.openxmlformats.org/drawingml/2006/main">
            <a:r>
              <a:t>Archivo: 13-bonus-foundry-editable-v2.pptx</a:t>
            </a:r>
          </a:p>
          <a:p xmlns:a="http://schemas.openxmlformats.org/drawingml/2006/main">
            <a:r>
              <a:t>Sección que soporta: Paso 7 y host/azure.yaml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https://github.com/javierrosado/ariwalab-course-langchain/blob/27c24090f1662f9473b673d2020e7bffee04490b/modulo-4-plus-foundry/README.md</a:t>
            </a:r>
          </a:p>
          <a:p xmlns:a="http://schemas.openxmlformats.org/drawingml/2006/main">
            <a:r>
              <a:t>Contexto adicional: laboratorios, demos y soluciones de modulo-4-plus-foundry;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Relacionar configuración, ejecución local y despliegue del agente alojado.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Desplegar con azd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evidencia final es un endpoint que ejecuta el flujo previsto.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Inicio: azd ext install azure.ai.agents; azd auth login.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Recursos: azd provision cuando hacen falta recursos nuevos.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Despliegue: azd deploy; conservar endpoint y respuesta de prueba.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Presentar una salida de despliegue como garantía de funcionamiento de todas las dependencias.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Inicio; Recursos; Despliegue.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La ejecución local funciona, pero el endpoint alojado falla al consultar Qdrant.</a:t>
            </a:r>
          </a:p>
          <a:p xmlns:a="http://schemas.openxmlformats.org/drawingml/2006/main">
            <a:r>
              <a:t>Separar: El despliegue no hereda automáticamente el entorno local.</a:t>
            </a:r>
          </a:p>
          <a:p xmlns:a="http://schemas.openxmlformats.org/drawingml/2006/main">
            <a:r>
              <a:t>Revisar: Variables y acceso a dependencias del host.</a:t>
            </a:r>
          </a:p>
          <a:p xmlns:a="http://schemas.openxmlformats.org/drawingml/2006/main">
            <a:r>
              <a:t>Comprobar: Repetir una consulta que necesite recuperación documental.</a:t>
            </a:r>
          </a:p>
          <a:p xmlns:a="http://schemas.openxmlformats.org/drawingml/2006/main">
            <a:r>
              <a:t>Resultado: El README también menciona azd up; se debe contrastar con la configuración y versión usadas.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prueba de extremo a extremo falta después de un deploy exitoso?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evidencia final es un endpoint que ejecuta el flujo previsto.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Presentar una salida de despliegue como garantía de funcionamiento de todas las dependencias.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S1: provider; S5: RAG; S6: guardrails; S10: evaluación · Capítulo previo: Envolver el agente: qué porta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Curso 2: profundización de arquitectura en Azure · Sigue: Comparar siete dimensiones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21 · CAPÍTULO 7 · EJEMPLO</a:t>
            </a:r>
          </a:p>
          <a:p xmlns:a="http://schemas.openxmlformats.org/drawingml/2006/main">
            <a:r>
              <a:t>Título: Andina Seguros · Desplegar con azd</a:t>
            </a:r>
          </a:p>
          <a:p xmlns:a="http://schemas.openxmlformats.org/drawingml/2006/main">
            <a:r>
              <a:t>Sesión: Bonus: el mismo agente en Microsoft Foundry</a:t>
            </a:r>
          </a:p>
          <a:p xmlns:a="http://schemas.openxmlformats.org/drawingml/2006/main">
            <a:r>
              <a:t>Archivo: 13-bonus-foundry-editable-v2.pptx</a:t>
            </a:r>
          </a:p>
          <a:p xmlns:a="http://schemas.openxmlformats.org/drawingml/2006/main">
            <a:r>
              <a:t>Sección que soporta: Paso 7 y host/azure.yaml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https://github.com/javierrosado/ariwalab-course-langchain/blob/27c24090f1662f9473b673d2020e7bffee04490b/modulo-4-plus-foundry/README.md</a:t>
            </a:r>
          </a:p>
          <a:p xmlns:a="http://schemas.openxmlformats.org/drawingml/2006/main">
            <a:r>
              <a:t>Contexto adicional: laboratorios, demos y soluciones de modulo-4-plus-foundry;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Relacionar configuración, ejecución local y despliegue del agente alojado.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Desplegar con azd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evidencia final es un endpoint que ejecuta el flujo previsto.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La ejecución local funciona, pero el endpoint alojado falla al consultar Qdrant.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Separar: El despliegue no hereda automáticamente el entorno local.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Revisar: Variables y acceso a dependencias del host.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Comprobar: Repetir una consulta que necesite recuperación documental.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El README también menciona azd up; se debe contrastar con la configuración y versión usadas.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Separar; Revisar; Comprobar.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La ejecución local funciona, pero el endpoint alojado falla al consultar Qdrant.</a:t>
            </a:r>
          </a:p>
          <a:p xmlns:a="http://schemas.openxmlformats.org/drawingml/2006/main">
            <a:r>
              <a:t>Separar: El despliegue no hereda automáticamente el entorno local.</a:t>
            </a:r>
          </a:p>
          <a:p xmlns:a="http://schemas.openxmlformats.org/drawingml/2006/main">
            <a:r>
              <a:t>Revisar: Variables y acceso a dependencias del host.</a:t>
            </a:r>
          </a:p>
          <a:p xmlns:a="http://schemas.openxmlformats.org/drawingml/2006/main">
            <a:r>
              <a:t>Comprobar: Repetir una consulta que necesite recuperación documental.</a:t>
            </a:r>
          </a:p>
          <a:p xmlns:a="http://schemas.openxmlformats.org/drawingml/2006/main">
            <a:r>
              <a:t>Resultado: El README también menciona azd up; se debe contrastar con la configuración y versión usadas.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prueba de extremo a extremo falta después de un deploy exitoso?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evidencia final es un endpoint que ejecuta el flujo previsto.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Presentar una salida de despliegue como garantía de funcionamiento de todas las dependencias.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S1: provider; S5: RAG; S6: guardrails; S10: evaluación · Capítulo previo: Envolver el agente: qué porta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Curso 2: profundización de arquitectura en Azure · Sigue: Comparar siete dimensiones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22 · CAPÍTULO 8 · CONCEPTO</a:t>
            </a:r>
          </a:p>
          <a:p xmlns:a="http://schemas.openxmlformats.org/drawingml/2006/main">
            <a:r>
              <a:t>Título: Comparar siete dimensiones</a:t>
            </a:r>
          </a:p>
          <a:p xmlns:a="http://schemas.openxmlformats.org/drawingml/2006/main">
            <a:r>
              <a:t>Sesión: Bonus: el mismo agente en Microsoft Foundry</a:t>
            </a:r>
          </a:p>
          <a:p xmlns:a="http://schemas.openxmlformats.org/drawingml/2006/main">
            <a:r>
              <a:t>Archivo: 13-bonus-foundry-editable-v2.pptx</a:t>
            </a:r>
          </a:p>
          <a:p xmlns:a="http://schemas.openxmlformats.org/drawingml/2006/main">
            <a:r>
              <a:t>Sección que soporta: Paso 8 y plantilla-comparativa.md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https://github.com/javierrosado/ariwalab-course-langchain/blob/27c24090f1662f9473b673d2020e7bffee04490b/modulo-4-plus-foundry/README.md</a:t>
            </a:r>
          </a:p>
          <a:p xmlns:a="http://schemas.openxmlformats.org/drawingml/2006/main">
            <a:r>
              <a:t>Contexto adicional: laboratorios, demos y soluciones de modulo-4-plus-foundry;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Elegir proveedor y arquitectura con evidencia propia y contexto de uso.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Comparar siete dimensiones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mejor opción depende de criterios y evidencia, no de un ranking universal.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dimensión cambiaría tu elección si necesitas volver de proveedor?».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Rendimiento y calidad: Latencia p50, costo calculado y respuestas a cinco consultas.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Datos y portabilidad: Soberanía del dato y archivos que hubo que tocar.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Adopción y dependencia: Tiempo de puesta en marcha y piezas atadas al proveedor.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La mejor opción depende de criterios y evidencia, no de un ranking universal.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Rendimiento y calidad; Datos y portabilidad; Adopción y dependencia.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Un proveedor responde más rápido, pero el hosting exige adaptar controles.</a:t>
            </a:r>
          </a:p>
          <a:p xmlns:a="http://schemas.openxmlformats.org/drawingml/2006/main">
            <a:r>
              <a:t>Comparar: Separar tiempo de inferencia y trabajo de migración.</a:t>
            </a:r>
          </a:p>
          <a:p xmlns:a="http://schemas.openxmlformats.org/drawingml/2006/main">
            <a:r>
              <a:t>Valorar: El requisito incluye preservar límites y pruebas del agente.</a:t>
            </a:r>
          </a:p>
          <a:p xmlns:a="http://schemas.openxmlformats.org/drawingml/2006/main">
            <a:r>
              <a:t>Concluir: Justificar la opción elegida para ese contexto.</a:t>
            </a:r>
          </a:p>
          <a:p xmlns:a="http://schemas.openxmlformats.org/drawingml/2006/main">
            <a:r>
              <a:t>Resultado: Qdrant y Langfuse permanecen externos en el alcance del bonus.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dimensión cambiaría tu elección si necesitas volver de proveedor?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mejor opción depende de criterios y evidencia, no de un ranking universal.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Usar precios de memoria o copiar conclusiones sin medir el propio caso.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S1: provider; S5: RAG; S6: guardrails; S10: evaluación · Capítulo previo: Desplegar con azd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Curso 2: profundización de arquitectura en Azure.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23 · CAPÍTULO 8 · DESARROLLO</a:t>
            </a:r>
          </a:p>
          <a:p xmlns:a="http://schemas.openxmlformats.org/drawingml/2006/main">
            <a:r>
              <a:t>Título: Construir una conclusión defendible</a:t>
            </a:r>
          </a:p>
          <a:p xmlns:a="http://schemas.openxmlformats.org/drawingml/2006/main">
            <a:r>
              <a:t>Sesión: Bonus: el mismo agente en Microsoft Foundry</a:t>
            </a:r>
          </a:p>
          <a:p xmlns:a="http://schemas.openxmlformats.org/drawingml/2006/main">
            <a:r>
              <a:t>Archivo: 13-bonus-foundry-editable-v2.pptx</a:t>
            </a:r>
          </a:p>
          <a:p xmlns:a="http://schemas.openxmlformats.org/drawingml/2006/main">
            <a:r>
              <a:t>Sección que soporta: Paso 8 y plantilla-comparativa.md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https://github.com/javierrosado/ariwalab-course-langchain/blob/27c24090f1662f9473b673d2020e7bffee04490b/modulo-4-plus-foundry/README.md</a:t>
            </a:r>
          </a:p>
          <a:p xmlns:a="http://schemas.openxmlformats.org/drawingml/2006/main">
            <a:r>
              <a:t>Contexto adicional: laboratorios, demos y soluciones de modulo-4-plus-foundry;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Elegir proveedor y arquitectura con evidencia propia y contexto de uso.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Comparar siete dimensiones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mejor opción depende de criterios y evidencia, no de un ranking universal.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Medir: Usar la misma batería y registrar condiciones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Explicar: Aplicar la fórmula de costo con precios y unidades pertinentes.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Elegir: Indicar en qué contexto usarías cada alternativa, sin ganador previo.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Usar precios de memoria o copiar conclusiones sin medir el propio caso.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Medir; Explicar; Elegir.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Un proveedor responde más rápido, pero el hosting exige adaptar controles.</a:t>
            </a:r>
          </a:p>
          <a:p xmlns:a="http://schemas.openxmlformats.org/drawingml/2006/main">
            <a:r>
              <a:t>Comparar: Separar tiempo de inferencia y trabajo de migración.</a:t>
            </a:r>
          </a:p>
          <a:p xmlns:a="http://schemas.openxmlformats.org/drawingml/2006/main">
            <a:r>
              <a:t>Valorar: El requisito incluye preservar límites y pruebas del agente.</a:t>
            </a:r>
          </a:p>
          <a:p xmlns:a="http://schemas.openxmlformats.org/drawingml/2006/main">
            <a:r>
              <a:t>Concluir: Justificar la opción elegida para ese contexto.</a:t>
            </a:r>
          </a:p>
          <a:p xmlns:a="http://schemas.openxmlformats.org/drawingml/2006/main">
            <a:r>
              <a:t>Resultado: Qdrant y Langfuse permanecen externos en el alcance del bonus.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dimensión cambiaría tu elección si necesitas volver de proveedor?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mejor opción depende de criterios y evidencia, no de un ranking universal.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Usar precios de memoria o copiar conclusiones sin medir el propio caso.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S1: provider; S5: RAG; S6: guardrails; S10: evaluación · Capítulo previo: Desplegar con azd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Curso 2: profundización de arquitectura en Azure.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24 · CAPÍTULO 8 · EJEMPLO</a:t>
            </a:r>
          </a:p>
          <a:p xmlns:a="http://schemas.openxmlformats.org/drawingml/2006/main">
            <a:r>
              <a:t>Título: MercaSur · Comparar siete dimensiones</a:t>
            </a:r>
          </a:p>
          <a:p xmlns:a="http://schemas.openxmlformats.org/drawingml/2006/main">
            <a:r>
              <a:t>Sesión: Bonus: el mismo agente en Microsoft Foundry</a:t>
            </a:r>
          </a:p>
          <a:p xmlns:a="http://schemas.openxmlformats.org/drawingml/2006/main">
            <a:r>
              <a:t>Archivo: 13-bonus-foundry-editable-v2.pptx</a:t>
            </a:r>
          </a:p>
          <a:p xmlns:a="http://schemas.openxmlformats.org/drawingml/2006/main">
            <a:r>
              <a:t>Sección que soporta: Paso 8 y plantilla-comparativa.md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https://github.com/javierrosado/ariwalab-course-langchain/blob/27c24090f1662f9473b673d2020e7bffee04490b/modulo-4-plus-foundry/README.md</a:t>
            </a:r>
          </a:p>
          <a:p xmlns:a="http://schemas.openxmlformats.org/drawingml/2006/main">
            <a:r>
              <a:t>Contexto adicional: laboratorios, demos y soluciones de modulo-4-plus-foundry;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Elegir proveedor y arquitectura con evidencia propia y contexto de uso.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Comparar siete dimensiones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mejor opción depende de criterios y evidencia, no de un ranking universal.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Un proveedor responde más rápido, pero el hosting exige adaptar controles.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Comparar: Separar tiempo de inferencia y trabajo de migración.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Valorar: El requisito incluye preservar límites y pruebas del agente.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Concluir: Justificar la opción elegida para ese contexto.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Qdrant y Langfuse permanecen externos en el alcance del bonus.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Comparar; Valorar; Concluir.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Un proveedor responde más rápido, pero el hosting exige adaptar controles.</a:t>
            </a:r>
          </a:p>
          <a:p xmlns:a="http://schemas.openxmlformats.org/drawingml/2006/main">
            <a:r>
              <a:t>Comparar: Separar tiempo de inferencia y trabajo de migración.</a:t>
            </a:r>
          </a:p>
          <a:p xmlns:a="http://schemas.openxmlformats.org/drawingml/2006/main">
            <a:r>
              <a:t>Valorar: El requisito incluye preservar límites y pruebas del agente.</a:t>
            </a:r>
          </a:p>
          <a:p xmlns:a="http://schemas.openxmlformats.org/drawingml/2006/main">
            <a:r>
              <a:t>Concluir: Justificar la opción elegida para ese contexto.</a:t>
            </a:r>
          </a:p>
          <a:p xmlns:a="http://schemas.openxmlformats.org/drawingml/2006/main">
            <a:r>
              <a:t>Resultado: Qdrant y Langfuse permanecen externos en el alcance del bonus.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dimensión cambiaría tu elección si necesitas volver de proveedor?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mejor opción depende de criterios y evidencia, no de un ranking universal.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Usar precios de memoria o copiar conclusiones sin medir el propio caso.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S1: provider; S5: RAG; S6: guardrails; S10: evaluación · Capítulo previo: Desplegar con azd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Curso 2: profundización de arquitectura en Azure.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bc9c75bc854f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d0537a6f4f48db" /><Relationship Type="http://schemas.openxmlformats.org/officeDocument/2006/relationships/slideLayout" Target="/ppt/slideLayouts/slideLayout1.xml" Id="R1c3a3257cefb47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3a3257cefb47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a2bccc16e4e7e" /><Relationship Type="http://schemas.openxmlformats.org/officeDocument/2006/relationships/notesSlide" Target="/ppt/notesSlides/notesSlide1.xml" Id="R062eead47a0d4d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2041a2b82445cc" /><Relationship Type="http://schemas.openxmlformats.org/officeDocument/2006/relationships/notesSlide" Target="/ppt/notesSlides/notesSlide2.xml" Id="R792c622ca24f43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22b56c5e34dc5" /><Relationship Type="http://schemas.openxmlformats.org/officeDocument/2006/relationships/notesSlide" Target="/ppt/notesSlides/notesSlide3.xml" Id="R7c8a9c4afeaa4e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be872263084d84" /><Relationship Type="http://schemas.openxmlformats.org/officeDocument/2006/relationships/notesSlide" Target="/ppt/notesSlides/notesSlide4.xml" Id="Rca313df055604b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a3233179d4988" /><Relationship Type="http://schemas.openxmlformats.org/officeDocument/2006/relationships/notesSlide" Target="/ppt/notesSlides/notesSlide5.xml" Id="R4c3adc22387645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7ff851c6ce4cd1" /><Relationship Type="http://schemas.openxmlformats.org/officeDocument/2006/relationships/notesSlide" Target="/ppt/notesSlides/notesSlide6.xml" Id="R954daf3800d242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89ca3198a4d14" /><Relationship Type="http://schemas.openxmlformats.org/officeDocument/2006/relationships/notesSlide" Target="/ppt/notesSlides/notesSlide7.xml" Id="R151b4dec9c4f4a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1c26ab2c3145a4" /><Relationship Type="http://schemas.openxmlformats.org/officeDocument/2006/relationships/notesSlide" Target="/ppt/notesSlides/notesSlide8.xml" Id="R9e83f0437ecf4e6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38656dcdf4737" /><Relationship Type="http://schemas.openxmlformats.org/officeDocument/2006/relationships/notesSlide" Target="/ppt/notesSlides/notesSlide9.xml" Id="R9b481b04b3c148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8cb23a54ff4dc8" /><Relationship Type="http://schemas.openxmlformats.org/officeDocument/2006/relationships/notesSlide" Target="/ppt/notesSlides/notesSlide10.xml" Id="Re03c0efe53c9499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fb106bb5a947dd" /><Relationship Type="http://schemas.openxmlformats.org/officeDocument/2006/relationships/notesSlide" Target="/ppt/notesSlides/notesSlide11.xml" Id="Rdffb9ef73fae4ec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86142327c84683" /><Relationship Type="http://schemas.openxmlformats.org/officeDocument/2006/relationships/notesSlide" Target="/ppt/notesSlides/notesSlide12.xml" Id="R65e723553624461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65b32ab0e4931" /><Relationship Type="http://schemas.openxmlformats.org/officeDocument/2006/relationships/notesSlide" Target="/ppt/notesSlides/notesSlide13.xml" Id="Rfa78d633929e49a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9fb9b08b5414a" /><Relationship Type="http://schemas.openxmlformats.org/officeDocument/2006/relationships/notesSlide" Target="/ppt/notesSlides/notesSlide14.xml" Id="R13d4f9a227b7487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8d64039f34871" /><Relationship Type="http://schemas.openxmlformats.org/officeDocument/2006/relationships/notesSlide" Target="/ppt/notesSlides/notesSlide15.xml" Id="Re870331ddf76468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e1752fb2f4b0c" /><Relationship Type="http://schemas.openxmlformats.org/officeDocument/2006/relationships/notesSlide" Target="/ppt/notesSlides/notesSlide16.xml" Id="R7c62b01198f14b1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c8d4ab9664bc3" /><Relationship Type="http://schemas.openxmlformats.org/officeDocument/2006/relationships/notesSlide" Target="/ppt/notesSlides/notesSlide17.xml" Id="Rc88edd302300455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926eee342d4212" /><Relationship Type="http://schemas.openxmlformats.org/officeDocument/2006/relationships/notesSlide" Target="/ppt/notesSlides/notesSlide18.xml" Id="Rc77a4736b23e443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00526031745b1" /><Relationship Type="http://schemas.openxmlformats.org/officeDocument/2006/relationships/notesSlide" Target="/ppt/notesSlides/notesSlide19.xml" Id="R72e262e808b74c2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53c8714be45e6" /><Relationship Type="http://schemas.openxmlformats.org/officeDocument/2006/relationships/notesSlide" Target="/ppt/notesSlides/notesSlide20.xml" Id="Rf92dc14942734fe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b9b7b54c4f437c" /><Relationship Type="http://schemas.openxmlformats.org/officeDocument/2006/relationships/notesSlide" Target="/ppt/notesSlides/notesSlide21.xml" Id="R97c9247b9cac498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3fb2aa3d68489c" /><Relationship Type="http://schemas.openxmlformats.org/officeDocument/2006/relationships/notesSlide" Target="/ppt/notesSlides/notesSlide22.xml" Id="R17db24d2be44491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0d8f91df5b43c9" /><Relationship Type="http://schemas.openxmlformats.org/officeDocument/2006/relationships/notesSlide" Target="/ppt/notesSlides/notesSlide23.xml" Id="R05fe40ab0952417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f67ed9bf1498d" /><Relationship Type="http://schemas.openxmlformats.org/officeDocument/2006/relationships/notesSlide" Target="/ppt/notesSlides/notesSlide24.xml" Id="Raa85856faa8347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EAAD6F95-8195-4604-A982-4A6D77EA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FDC17-E5A4-42E7-AA4C-BD4222A4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57B8CFA-6FFA-460E-933E-F93B7927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0328D847-D0E6-49A3-B7C7-64A52B36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13 · Bonus: el mismo agente en Microsoft Foundry / CAPÍTULO 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719DC28-16B1-4FD1-9212-3513A5C8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Modelo de recursos de Azure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934B021B-42D0-4D12-ACCE-C0898150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Situar los recursos necesarios para el ejercicio del bonus.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B49CF8EC-60FF-4357-97AA-EBD92ABC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3C61276-99CA-49B9-BB3C-30CF3C6A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54567981-7644-4E98-AF50-D68476E9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9A116D5-697B-4067-AE71-3A00FFFD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51F830B6-F844-4D72-AB13-58EEEDCA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F6935B3-F43B-45BC-9647-3EED9038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E7F179B9-FBB9-4A70-8AC5-0B8DB558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13 / C01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9724A1E2-BA9F-407A-8C57-74E1A0DB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5336CB7-DA10-4AAE-A378-BA53AF9B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8065B50F-B8D8-4115-B505-564C3D1C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5961BA02-D05E-4C71-94E4-7F210037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919FDA-0A94-462B-80D3-65F21525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117FC89-B397-4E1C-8BAF-186C1879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84CA732B-BC2F-441A-98A2-699868C1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Suscripción y grupo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5057E8FA-115B-46E7-A88B-9803B1EE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Organizan acceso, recursos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y seguimiento de costo.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44F9E50A-212F-428D-BB4C-2857396D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BF5F93A3-40F6-4AAC-A6AE-DB8D9EE3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1FD04A-D1BA-4332-A64E-14BFC020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82097B6-E107-4535-A305-713C9291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90D2C277-FDDC-41FD-A465-DB8F5859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Recurso y proyecto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66E16CBE-09D8-40B3-9B8D-AA833154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Delimitan el entorno de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trabajo de Foundry.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E5C69E7B-6E72-489C-AC82-31E9526E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1F99E722-FF12-455E-8C79-A120C727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890E7C-88D0-4289-9F4B-601134D9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41A1F72-0609-43A9-A54C-32C46733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BDF5BD59-9381-42CF-AB79-78FE2539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Deployment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7FC23145-0DF0-4FFD-9013-2147BB24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Identifica el modelo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desplegado que usará la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aplicación.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19C34A19-25F3-4284-8724-54E3E87D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E0BB0B7-44BC-4F1D-BB55-25F75965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A2A89B97-0445-417A-AF70-DF57DE1A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nombre necesita la aplicación para invocar el</a:t>
            </a:r>
          </a:p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deployment?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306837FE-0148-445E-A3BC-B1C1D3D8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57EAE41F-7945-43B7-B4A3-3EFB95C2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6BF31CB3-2233-4096-881B-DBD9ED6E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Confundir recurso, proyecto, modelo y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deployment.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96C61979-6B7D-480B-B2AD-E85A21ED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934FE947-5E9B-4494-95FD-25315E4F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configuración apunta a recursos concretos, no solo a una marca de modelo.</a:t>
            </a:r>
          </a:p>
        </p:txBody>
      </p:sp>
    </p:spTree>
    <p:extLst>
      <p:ext uri="{BB962C8B-B14F-4D97-AF65-F5344CB8AC3E}">
        <p14:creationId xmlns:p14="http://schemas.microsoft.com/office/powerpoint/2010/main" val="8453490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03795879-4B5D-4869-A18F-83035530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6F7B0D-FAF9-4C66-A299-1A700108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6407791-F383-4314-AE94-3D33B956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8B3A2F9C-7BD2-43FE-A848-C6D02743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13 · Bonus: el mismo agente en Microsoft Foundry / CAPÍTULO 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4D971B4-B5C4-493A-944B-C9CBCF23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Seguir la jerarquía del ejercicio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21312362-4B15-4BF9-9428-831EBCD9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Situar los recursos necesarios para el ejercicio del bonus.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225ED1E1-BA3F-4470-BCB5-F05AC480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11C174D-55F2-4447-B4D8-921B76BC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0979A90E-C662-4956-BD14-D739C235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0E40AD7-0CA0-4662-83C1-6CBD06BA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2CB28794-F372-4654-8A44-CAC45FC3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44555C5-2F0C-4DC4-9ED6-3D781023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34D84AA1-E82F-4329-9442-D4DB80B2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13 / C01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60BB2E8E-80F3-42CB-8068-370883B1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FC318DE-93D3-4AF0-AF66-34E4B1DA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Identificar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Registrar suscripción, grupo y proyecto usados.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Relacionar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Vincular endpoint y deployment a ese entorno.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Comprobar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Verificar permisos y configuración antes de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invocar.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82E6458D-ADB3-4715-890F-CB6ED3FC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972CA778-C91B-4F02-8538-0B8C2741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900380A6-43D2-44D7-BA9F-03EBFE0F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Confundir recurso, proyecto,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modelo y deployment.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B6DD5621-3DDD-41DA-A658-1059C2C4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E88AE480-CC25-4B10-B017-3BA52877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3DCE1498-D18E-438A-9F2C-AD0BDAD4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D2B7C870-A2EE-406C-BA64-F44A445D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nombre necesita la aplicación para invocar el deployment?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9C431981-8C64-4BD5-978D-2620F6B3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13B90F6A-BA63-4397-BC1C-EAB635E7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configuración apunta a recursos concretos, no solo a una marca de modelo.</a:t>
            </a:r>
          </a:p>
        </p:txBody>
      </p:sp>
    </p:spTree>
    <p:extLst>
      <p:ext uri="{BB962C8B-B14F-4D97-AF65-F5344CB8AC3E}">
        <p14:creationId xmlns:p14="http://schemas.microsoft.com/office/powerpoint/2010/main" val="13165909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9C1B7286-4453-4583-B309-F886308F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7840B-9985-429F-A53B-11989AD5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C128FEC-38CA-4115-B838-AC1C4DA2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C29C2EA5-8B72-4392-BC58-7789601F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13 · Bonus: el mismo agente en Microsoft Foundry / CAPÍTULO 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7654707-DE3F-452F-ADD8-0D783757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Modelo de recursos de Azure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D2BBB386-C27F-47AB-B9C6-4C50A0AE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Situar los recursos necesarios para el ejercicio del bonus.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C81761E9-870A-47FD-8981-1091B92E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3D78AA77-C6E5-4FC9-9C5E-053672A7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4FC79D72-1CC1-4880-ACAB-872FD3E4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F36A50DB-4161-492F-A056-F4043034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4ED128AA-7840-49DA-A8C7-CF016C92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992C62D-D99F-4F42-A6BA-A911DDD7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B6CA5FA0-BFB6-42DB-A707-8E22875F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13 / C01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11608C66-836E-447A-A70E-EC455E63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BC275EE-3D3E-420B-A486-490B245A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BANCO INTI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52927B26-285B-493E-A4C7-D864DDC2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F0D0E225-B4D6-4E9D-A567-89342595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F75BD831-4CCD-44CC-9AFE-F07B3CCD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equipo confunde el nombre del modelo con el nombre del deployment.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FDACC66F-4A6B-45F0-9014-8DE615A9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EBA0E2B5-96CF-45C9-B875-329142FC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E21020-49FF-45E1-B82A-AFCC1888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D50DFD3-3D8C-40AA-82E9-36491D0E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B3C18216-E8C2-46D5-B88B-3BCCAC82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Distinguir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0A81BE5E-3DBC-40F6-A8AE-44EB5ED8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 modelo puede tener un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deployment con otro nombre.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0C693668-48A3-4FF8-A7A0-C4BC83DF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037993DE-ECAC-4C0C-A518-7AAD1781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2CC325-C06F-4EC0-9FDD-3FE8D2E5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30600E3-914C-46D7-830F-5F3061FE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88E89A67-3FDB-4841-8CC9-3EDC6FF0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Configurar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EFBAF69C-950D-4F06-A005-7B26B73C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Usar el identificador esperado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por AI_MODEL.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1B1FCB68-1777-4738-B26C-FB9DA3AE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B24FEE51-EB74-44CE-A76D-6809E2B2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BD4582-262F-425B-8E81-741672AC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D0F1215-BDA0-464A-9B01-4D984178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8DDE5B8C-8815-4D94-B1E3-AEFF4DA3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Verificar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DAD466D2-3C65-41E1-93E9-0CE19E3A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Ejecutar la comprobación de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modelo del curso.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19975300-7F9C-41D2-84AC-AFE19D7F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615BC91F-7900-488D-9C6F-F847002C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E8E3F57B-0D8E-44FC-B8E5-A5511850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esquema reproduce el entorno del material; las pantallas del portal deben verificarse al usarlo.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5657B6D9-F42A-4C89-A1E6-7A026D89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5A446F68-D0CF-4413-8C31-EF6C83A2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configuración apunta a recursos concretos, no solo a una marca de modelo.</a:t>
            </a:r>
          </a:p>
        </p:txBody>
      </p:sp>
    </p:spTree>
    <p:extLst>
      <p:ext uri="{BB962C8B-B14F-4D97-AF65-F5344CB8AC3E}">
        <p14:creationId xmlns:p14="http://schemas.microsoft.com/office/powerpoint/2010/main" val="9715608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header">
            <a:extLst xmlns:a="http://schemas.openxmlformats.org/drawingml/2006/main">
              <a:ext uri="{FF2B5EF4-FFF2-40B4-BE49-F238E27FC236}">
                <a16:creationId xmlns:a16="http://schemas.microsoft.com/office/drawing/2014/main" id="{0C2D5FC9-F2A1-4712-BD8E-6CA2A7AB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B1F005-E8BE-474E-BA00-4A5CBCEF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CF82E3A-8059-4769-BAFC-8F159F44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EF6A2051-038D-4BEC-A019-188B01D1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13 · Bonus: el mismo agente en Microsoft Foundry / CAPÍTULO 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D9C7C3-A1B6-43CA-A928-C1E6B925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Dos vías de acceso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3424D219-629E-4D35-8936-C02EFFDC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Elegir acceso propio o proyecto compartido según las condiciones del bonus.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E9B7CA23-6C79-4030-A795-DF68D3CE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1E8D9CC-F239-4270-885D-068246D5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6ECB8DB7-C528-4417-962F-2D21FAAE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3A7F7F27-AD44-49F2-BF93-78C4DF03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B45659F4-62D8-4607-9D9F-49DC8DB5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4E64169-A10E-4CC2-B0FB-03E164B0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8FFFC077-0447-4723-BD4B-2D55A0A0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13 / C02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5694D319-4872-485D-B108-1E756B88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936D9AC-40C7-4073-B7C7-0A1CDA7B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COMPARAR RESPONSABILIDADES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31C0FBF0-36A9-492A-A152-DCD76685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F3079703-7BC2-4001-852F-0D4E8EAF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B4DB68-BB91-4AB7-BCB6-B37D28FB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074AE6C-CEB8-4C77-BC7D-17525D9D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D7EDF173-8BEA-4B83-8356-B1AB944D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Vía A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E2E261F8-A48C-4B32-B33F-8274C42B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Crear recursos en una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suscripción propia según 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ejercicio.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411346A8-AA7E-433B-91FC-2DA699F2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6FA75FF8-0BA7-40CD-9585-E4A9E3DB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7C2BBE-5C12-40E9-907E-5C74D604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9B4017C-35C1-4321-844B-4D011879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BE5A9F00-EE2B-4EBC-8123-DCB263E2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Vía B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325F4A6C-A740-411A-89C9-7C391069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Usar el proyecto del docente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y credenciales temporales.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936E0432-65B6-4DA9-8CB1-6E564920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72E9D429-6D88-48AC-B32A-DEE98106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51CE1A-1F09-42C4-87C3-76678710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3E39D44-E0A8-4286-B30E-BF8B9D3B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E179B400-83D3-4075-9BBB-D9D7ADEF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Objetivo común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2859908C-B90C-434E-AC11-BF54F38F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Ejecutar el cambio de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proveedor y completar la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comparación.</a:t>
            </a:r>
          </a:p>
        </p:txBody>
      </p:sp>
      <p:sp>
        <p:nvSpPr>
          <p:cNvPr id="34" name="panel">
            <a:extLst xmlns:a="http://schemas.openxmlformats.org/drawingml/2006/main">
              <a:ext uri="{FF2B5EF4-FFF2-40B4-BE49-F238E27FC236}">
                <a16:creationId xmlns:a16="http://schemas.microsoft.com/office/drawing/2014/main" id="{6A0C84C4-A876-45A1-9855-326B1C3F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F5EADF3-24F3-40A5-8023-0FCC9BB9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6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DAC6DAAE-BB9C-46A4-AE92-83465A8E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actividad se sustituye por un recorrido guiado en la vía</a:t>
            </a:r>
          </a:p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B?</a:t>
            </a:r>
          </a:p>
        </p:txBody>
      </p:sp>
      <p:sp>
        <p:nvSpPr>
          <p:cNvPr id="37" name="panel">
            <a:extLst xmlns:a="http://schemas.openxmlformats.org/drawingml/2006/main">
              <a:ext uri="{FF2B5EF4-FFF2-40B4-BE49-F238E27FC236}">
                <a16:creationId xmlns:a16="http://schemas.microsoft.com/office/drawing/2014/main" id="{AF1B2774-CF4D-45D9-8838-DE82D168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38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65671C46-4A62-42EA-97DB-235DAE5F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39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A871C536-2731-414B-9F94-DE337088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Presentar tarjeta o Azure como requisito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 las sesiones principales.</a:t>
            </a:r>
          </a:p>
        </p:txBody>
      </p:sp>
      <p:sp>
        <p:nvSpPr>
          <p:cNvPr id="40" name="panel">
            <a:extLst xmlns:a="http://schemas.openxmlformats.org/drawingml/2006/main">
              <a:ext uri="{FF2B5EF4-FFF2-40B4-BE49-F238E27FC236}">
                <a16:creationId xmlns:a16="http://schemas.microsoft.com/office/drawing/2014/main" id="{67962696-D11F-4C4D-8F41-05C3E379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1" name="takeaway">
            <a:extLst xmlns:a="http://schemas.openxmlformats.org/drawingml/2006/main">
              <a:ext uri="{FF2B5EF4-FFF2-40B4-BE49-F238E27FC236}">
                <a16:creationId xmlns:a16="http://schemas.microsoft.com/office/drawing/2014/main" id="{BB209B46-DA61-42E3-AAED-9C10D1AC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Las vías difieren en acceso, no en el objetivo de observar portabilidad.</a:t>
            </a:r>
          </a:p>
        </p:txBody>
      </p:sp>
    </p:spTree>
    <p:extLst>
      <p:ext uri="{BB962C8B-B14F-4D97-AF65-F5344CB8AC3E}">
        <p14:creationId xmlns:p14="http://schemas.microsoft.com/office/powerpoint/2010/main" val="4754994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AD76BB24-3572-46BB-A39B-12B55945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CB4ABB-A841-4003-86CE-DA4EE14B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D4DE40B-9F6F-47E2-9CFC-B2B5A21F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876C127F-D85E-4B88-95F4-7838C12B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13 · Bonus: el mismo agente en Microsoft Foundry / CAPÍTULO 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5B896E-8D72-47C9-B602-CB92987A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Qué cambia y qué se conserva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7790BB68-FEFC-41ED-9E6B-FEEE45FE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Elegir acceso propio o proyecto compartido según las condiciones del bonus.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62A89848-C41E-4491-9B3E-D6715327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871F268B-7F7B-442D-A5CA-2E75F488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60BFA4B3-C9A7-40F8-8146-6FE0077A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8DC9377-896F-4CFC-8350-AA103630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5D7704C6-9F50-4D48-B4BD-08EDC780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F80FA568-041D-4B1D-BF0A-F2EA4383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F22FA5A1-1539-48F4-B52A-FA3E9CAE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13 / C02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4E2AF7B6-328F-459F-B200-5E408633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3A7C43F-DF34-4140-B0B4-572AAFD5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Propio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 alumno realiza la creación de recursos y sigue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 consumo.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Compartido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 docente entrega variables y condiciones de uso.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Ambos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 configuran credenciales y se prueba el mismo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agente.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652EAB6D-F019-42BB-8D4D-D47729FA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1F106C3B-4FDA-4889-90E9-3643262F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B856159B-8F9B-467F-8A88-46757841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Presentar tarjeta o Azure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como requisito de las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sesiones principales.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A6336278-5E44-42EE-A108-0F6CC113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F6D7937E-1838-42B7-9C80-CF5BD31A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52D5D4AF-B214-4064-AB19-5C0EFD62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1F4A147C-CEA5-44F3-A191-7ACC962F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actividad se sustituye por un recorrido guiado en la vía B?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9008F949-B5B0-41DB-A456-81A1DC35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D16E126B-106D-4FA7-B04E-4C8DF2D0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Las vías difieren en acceso, no en el objetivo de observar portabilidad.</a:t>
            </a:r>
          </a:p>
        </p:txBody>
      </p:sp>
    </p:spTree>
    <p:extLst>
      <p:ext uri="{BB962C8B-B14F-4D97-AF65-F5344CB8AC3E}">
        <p14:creationId xmlns:p14="http://schemas.microsoft.com/office/powerpoint/2010/main" val="6753689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14865272-4326-46CE-8B2D-67745F48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E38E75-A18D-420E-B9FC-F3D13466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87A6EDA-34A5-4A1A-8AB5-9D3C5E60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5CAF6517-29AB-4765-A240-17AE52BA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13 · Bonus: el mismo agente en Microsoft Foundry / CAPÍTULO 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53D411-8A13-4EF3-9131-6B130A8E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Dos vías de acceso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DAE24BCD-F333-4749-AF63-019A70A8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Elegir acceso propio o proyecto compartido según las condiciones del bonus.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7AFCB3BB-287D-4F84-B332-60B55E5C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AB78DF7-B4C2-4451-AF68-71B8B342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8D87A859-5919-441A-A186-3C585620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DB95FCE-2C17-4F1B-A70C-2AB861EB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2B364801-1557-4C14-8795-123DF785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83CA081-2514-4F78-829E-B8C0DAD1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43AFA3AE-A6AD-439F-A2FD-B45C9259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13 / C02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D697501E-BD5F-492B-AEB8-748C4D2F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8064E66-B99D-44B3-B6E7-E844D047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MERCASUR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295F247A-3DC1-476F-9DB4-16330BDB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A06E0DA2-E414-4E78-BC74-A6143344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4A8E6C8C-7509-4B83-B391-451454F5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 integrante no puede usar una tarjeta para crear una suscripción.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13368D49-5008-422D-BCC2-C10809BB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F9EB9130-6B19-4225-B9B6-58057858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48D754-8B7F-4BDC-BA5E-2D0D4F38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256A32A-C6B2-4994-9FC7-269D0002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34BEEF83-D3BD-462B-804C-8F2EB8AD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Elegir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2C08AE40-AE2C-4AAE-8239-18818D71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vía B evita ese paso de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creación individual.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55C41452-0939-4236-A90A-4623CAAD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990E4399-315D-48B6-9B95-9E6BBA0F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01C45D-2043-4585-8820-FE5A9526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E7E30CF-5D4B-4019-A65F-8DEA675B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A4D7D4AF-282D-4268-9D0D-0FD3A819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Configurar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C23116C2-1DBE-4CD7-9664-7668FDE6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Recibir endpoint, key y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deployment por el canal del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docente.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02557770-CB92-44DE-9499-4269B157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C82D4037-425D-4654-A86D-8ABD123D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B61B9E-286B-4296-A11D-C7BEF441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C86B27A-FB4E-4B8C-AAE2-F489D4BC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FD282A2C-AFDE-4234-95A2-CD8D4530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Continuar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1C8A6303-14A2-4551-8E01-BF114CDF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Realizar el switch y la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comparación previstos.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E692A7C4-D461-44EA-8C47-5F21FE04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44C08E84-B5E6-48D3-AB07-36E50D26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E1E7CFB5-99B5-4587-AA5B-9FADF1C7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bonus es opcional y no condiciona la graduación del curso principal.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E0DF49C9-1544-4A36-A222-F0F75B9E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90DEB6FE-DA99-4BD8-BF23-92317815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Las vías difieren en acceso, no en el objetivo de observar portabilidad.</a:t>
            </a:r>
          </a:p>
        </p:txBody>
      </p:sp>
    </p:spTree>
    <p:extLst>
      <p:ext uri="{BB962C8B-B14F-4D97-AF65-F5344CB8AC3E}">
        <p14:creationId xmlns:p14="http://schemas.microsoft.com/office/powerpoint/2010/main" val="12184097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5AF6EAAA-EFBE-4709-9C4B-C45C7090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43AF0-1135-4E41-9EA6-68B30C45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5CEF618-98E3-42F4-9F27-017E5777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F89794FC-E0B4-4DDE-98C7-919D0E00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13 · Bonus: el mismo agente en Microsoft Foundry / CAPÍTULO 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1294605-37D4-45A8-9FD8-0A3BFA48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Deployment y variables del destino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DCF58AE1-79CE-4A89-86AE-E4861F1A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Preparar la configuración de Foundry antes de cambiar el selector de proveedor.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C5BC1038-1556-45EE-8D81-23746DAE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FB63F6D6-2A64-4FF2-9CE1-981DEB6D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96EC59DA-B1AD-4D44-8E10-E0677857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FFF6393F-DA80-4AED-B3FA-E2E021C3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69791075-81BD-4E60-BF91-6D75F60C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41EF835-D321-4A16-8D54-0C39D011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B2FD8E70-377D-4C58-B6D1-171958C0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13 / C03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100E8B14-6C75-4764-B4C1-65673E3A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847528C-5C0B-4F53-A4AA-6B93FABD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354265EB-6F9D-4C2C-A3A8-7A380AA0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93EDF7EE-707D-4A3B-B333-31D7CB46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39E246-F04E-4862-A8A8-2EBEB2C9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E55431D9-C03C-43FB-8309-594BFF19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F934B4FC-988E-4C20-8DFF-5D005E69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Endpoint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F50FA366-8325-4607-A16C-AE3306B9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AI_ENDPOINT identifica 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destino configurado.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1EA8BB8D-3C23-44A0-B794-2942171F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8D057F65-86A2-429C-AC26-E2B21575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7E4EBD-5C77-49B4-B031-22641C38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6F1A5F7-B04A-40BA-8BC0-E8A0EA50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5C937FA3-5A2B-4630-9319-B5342834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Credencial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10BED1D9-9E0E-474E-9564-D36EEF22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AI_API_KEY permite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autenticar según el ejercicio.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71DD4D6B-31AE-4F81-B78B-78A6A9EE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72D17309-CF36-4359-8BE1-8EB54E08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0D67D6-B84D-4A3B-93A0-00C40056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8A73792-0CB3-4CE3-BDE5-92CAC942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E716512E-29A6-4409-91FB-8CC5501F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Modelo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77AADEFE-BFF5-41A1-8437-1D1D25DC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AI_MODEL contiene 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deployment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correspondiente.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D4F0968E-A220-460A-AE93-BE56CEC3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FBD6CDC-FC93-4A78-8610-2961CB74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DE73C011-2B34-4036-8254-1BE56B86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revisarías antes de modificar las tools por un error de</a:t>
            </a:r>
          </a:p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deployment?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30135207-21EA-4102-952D-84D6087A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6AFE9339-0124-459D-9496-299DF11D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6F5DA015-7377-4448-AAC4-B0C2F733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Interpretar el switch como una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configuración completa desde cero.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B821E6AA-3019-4CED-A6A5-AD5B7942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4592AFBF-3CC6-48E7-B576-8279B622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portabilidad necesita configuración válida para cada proveedor.</a:t>
            </a:r>
          </a:p>
        </p:txBody>
      </p:sp>
    </p:spTree>
    <p:extLst>
      <p:ext uri="{BB962C8B-B14F-4D97-AF65-F5344CB8AC3E}">
        <p14:creationId xmlns:p14="http://schemas.microsoft.com/office/powerpoint/2010/main" val="12989374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87677352-931F-45C5-A8BB-66DAD2D4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E1AB5F-B4D5-455E-9BEA-9919FE78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3CB44F9-080A-4854-8496-9DCEBF03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828F230A-CAE6-4490-B6D0-91843493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13 · Bonus: el mismo agente en Microsoft Foundry / CAPÍTULO 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7A6BF3-8A52-436F-A6EC-219B8316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Verificar antes del switch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35A2477B-F228-4A19-B28E-45A176D4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Preparar la configuración de Foundry antes de cambiar el selector de proveedor.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0B80139D-1899-45A0-918C-A702F9E5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F7F028C-812A-4FD7-A403-8AC6EE8A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66F3357D-0554-496C-A366-1E7A9978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BC065CA-2EB5-4AB0-86EA-47F21E46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42429946-554E-4CA5-9CE8-C19E6977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3F3BFF55-4F68-49A5-8A6D-F72242A7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5261104A-1E75-4654-AF58-E65985F0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13 / C03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FD26FC25-CB11-4EDB-9B85-0083F32B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8C22DDD-80C6-493B-8C87-E635F647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Completar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 dejar valores de ejemplo en las variables.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Seleccionar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Configurar AI_PROVIDER=foundry.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Probar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python -m comun.check_stack --solo-modelo.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253E62BC-9031-4ECC-9AFD-D9898BB0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8ABE9A2D-8B6E-4A4B-81A3-850C8ACC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254E8428-F8BD-4F37-8FD1-CE77C04B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Interpretar el switch como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una configuración completa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desde cero.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F9A0195D-6DB2-4E01-882B-60BE8F9B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05F1880E-FC87-48BF-B7DA-CFC75611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9201B7A1-4246-48F4-9FD3-41A110B5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9D82F44E-2A11-4FD5-BA50-80B345C6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revisarías antes de modificar las tools por un error de deployment?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1161A1D2-5F38-486F-928B-304C5820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91E30EF2-D70C-45AB-B2BB-7A6704A2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portabilidad necesita configuración válida para cada proveedor.</a:t>
            </a:r>
          </a:p>
        </p:txBody>
      </p:sp>
    </p:spTree>
    <p:extLst>
      <p:ext uri="{BB962C8B-B14F-4D97-AF65-F5344CB8AC3E}">
        <p14:creationId xmlns:p14="http://schemas.microsoft.com/office/powerpoint/2010/main" val="7692296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71E6A267-7D4F-4155-8742-6DAFD71F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92AC8-6C26-44AF-9499-7FB1CA53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6DA6F7F-E7FE-4B19-9A16-4F52F695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9F048EE2-C27E-481D-BA56-4C48EF96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13 · Bonus: el mismo agente en Microsoft Foundry / CAPÍTULO 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54D820F-86E6-4881-9498-D876173A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Deployment y variables del destino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EF40E622-1AB9-4410-89DD-C94D988A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Preparar la configuración de Foundry antes de cambiar el selector de proveedor.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A173D78A-B38C-4414-AEA4-C33358F4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41D2BDF-D63E-432F-9B5A-4E7EF98D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45A5AF0B-7582-44C9-AB24-512107F3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1D37FA6-41EE-4E82-A855-66AF6A72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83136DA5-7EFA-47B3-831D-37D6D222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824C547F-0929-4D88-AF8A-0A015B57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02C13A17-8B12-4698-AD18-0BB86AC0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13 / C03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EDB42A32-696E-4FFB-95CF-C909B08F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43E3F6F-92A2-49C4-A529-55336383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ANDINA SEGUROS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B42BF34B-334C-4693-9AD4-D42237E1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F4176D73-553A-482C-9254-C3F01B8A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5FC8B069-7C88-4597-91D9-69FBDAB3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endpoint es correcto, pero AI_MODEL aún apunta al valor usado en HF.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A7B875F8-2F13-42F1-B67E-4E8F6AA9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D09695B7-A2FA-4FEA-BBE7-0B119E3E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12807E-AE6A-44F8-9FC5-379C6165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9EBB1C4-34EE-422C-81FE-539B211A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3E71CCED-0737-41FF-8AC3-E0E90BE7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Detectar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6DE4A12F-5F18-406C-941D-7D7F2697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solicitud no identifica el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deployment esperado.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5CFEB8EA-E45C-4E6D-8C27-1BA75468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E72D7129-1724-4B21-A5E9-845EE3C1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96222D-472F-4CEF-81D1-85D74DC1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6E8D431-86B7-4709-973F-D84F3436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121EBF3D-9D94-47A0-966F-6AB70C43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Corregir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B73D4721-D741-4493-B178-DAE3C5EC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Alinear las variables del destino.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FC943AEB-4DC5-4417-B076-2E1A6BB1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8358246D-4F2C-42EA-9863-C227E4AE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5D93DC-3DBE-4727-B334-280AC63A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1AD6E93-C0E6-4548-8534-319849CF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58F0B447-8591-489D-9482-C600BF6B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Repetir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12838EDB-7BE4-4F48-8C8A-31959857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Comprobar la conexión antes de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investigar la lógica del agente.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1E6F8DC6-A309-4625-9B65-B16C6C37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C12C89EC-4C13-4BB8-B2BF-ECF94B68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DC2BAB79-7C0F-4ACC-B5C8-CF452A93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Cambiar una variable presupone que el resto de la configuración del destino ya está lista.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83D80778-2AA9-4236-9697-4FD3BBA9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DC7B1B20-F00E-4113-A269-26E05352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portabilidad necesita configuración válida para cada proveedor.</a:t>
            </a:r>
          </a:p>
        </p:txBody>
      </p:sp>
    </p:spTree>
    <p:extLst>
      <p:ext uri="{BB962C8B-B14F-4D97-AF65-F5344CB8AC3E}">
        <p14:creationId xmlns:p14="http://schemas.microsoft.com/office/powerpoint/2010/main" val="11814835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header">
            <a:extLst xmlns:a="http://schemas.openxmlformats.org/drawingml/2006/main">
              <a:ext uri="{FF2B5EF4-FFF2-40B4-BE49-F238E27FC236}">
                <a16:creationId xmlns:a16="http://schemas.microsoft.com/office/drawing/2014/main" id="{75CAD305-68D7-42F0-ADCD-1F2B4442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1DF0F9-0418-41B8-B809-211B9E00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683DC72-3C2E-45C4-8F18-7029E558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A049BC21-328E-4AAF-A880-14B6A5FE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13 · Bonus: el mismo agente en Microsoft Foundry / CAPÍTULO 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7A1DB9-5E61-467E-BC92-87522DD9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switch del proveedor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75E682B2-B631-4846-AB04-C4F11AFD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Ejecutar las mismas consultas con la misma lógica del agente y otro proveedor configurado.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C658AB04-F271-4F13-9B24-4132BC80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8ABAD41B-432F-4E11-A28F-9A2DFC2E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42944782-CE40-4682-BDBD-CDB9687D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1F6B795-D5AC-46F7-848D-C085F3F9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3C61265D-5971-4139-84F6-1A962F3C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8ABC674E-0C2B-4B8C-BFC0-920B34CA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3295788B-509D-436D-A41A-BF9D2990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13 / C04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ED347D5A-3474-409E-9C43-9B070F35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2C33E7C-7B3E-4D6F-9196-1A4E0DF4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COMPARAR RESPONSABILIDADES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2A3682A6-43B2-46FB-B5C5-BCCE9BC6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5631C91B-FFDF-45BF-9076-7AFE9B8A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E0FC12-9AB7-48AE-A2BB-3042BE5F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8A05A8F-06BD-4A73-A2E7-A49F746B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E5EA54AD-9374-44D0-A3A0-76E53F47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Antes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8F522E5D-B50B-497D-8CAC-CC4B191B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AI_PROVIDER=huggingface y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batería de cinco consultas.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52BDCE52-1124-4E3B-8E02-0C12FAF2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03193261-31B6-4E69-86C2-28D071EE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A07FE7-AD0C-47F2-BB48-D4038BD1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1CD4989-1CCF-4A07-B9DE-430BDECE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87E53502-E697-4975-9EF2-EFD3B5DB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Cambio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B2B26E5B-2A99-46AC-999C-EC98A231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Seleccionar foundry en 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adaptador común.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27B8D045-E67C-4C9F-B6EA-7993C451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14896D40-16C2-42E4-AA5B-4C9C9243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E8D70F-8AA6-460F-B298-E2600534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39F848E-44FF-4832-A799-A2D7327F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3602D398-29EF-483F-8CFB-EDF7AEF1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Después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3B64CE35-9E2E-438A-8406-4A4F5998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Repetir exactamente la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batería y comparar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comportamiento.</a:t>
            </a:r>
          </a:p>
        </p:txBody>
      </p:sp>
      <p:sp>
        <p:nvSpPr>
          <p:cNvPr id="34" name="panel">
            <a:extLst xmlns:a="http://schemas.openxmlformats.org/drawingml/2006/main">
              <a:ext uri="{FF2B5EF4-FFF2-40B4-BE49-F238E27FC236}">
                <a16:creationId xmlns:a16="http://schemas.microsoft.com/office/drawing/2014/main" id="{36616F69-BDF6-4716-B495-34A7AFFB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F30ECB4-927A-48C8-982D-69CCE8D4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6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1DA88B6A-7484-4918-8A88-5075BCF0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comprobarías además de que el modelo responde?</a:t>
            </a:r>
          </a:p>
        </p:txBody>
      </p:sp>
      <p:sp>
        <p:nvSpPr>
          <p:cNvPr id="37" name="panel">
            <a:extLst xmlns:a="http://schemas.openxmlformats.org/drawingml/2006/main">
              <a:ext uri="{FF2B5EF4-FFF2-40B4-BE49-F238E27FC236}">
                <a16:creationId xmlns:a16="http://schemas.microsoft.com/office/drawing/2014/main" id="{22B10506-BC5B-45FB-ACF3-A117F71D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38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45B7C77A-867C-4EB8-A2E6-4C30D82B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39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B6BE8CE0-9717-41E4-B211-BA6A8F4B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Confundir el switch del modelo con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migrar toda la infraestructura.</a:t>
            </a:r>
          </a:p>
        </p:txBody>
      </p:sp>
      <p:sp>
        <p:nvSpPr>
          <p:cNvPr id="40" name="panel">
            <a:extLst xmlns:a="http://schemas.openxmlformats.org/drawingml/2006/main">
              <a:ext uri="{FF2B5EF4-FFF2-40B4-BE49-F238E27FC236}">
                <a16:creationId xmlns:a16="http://schemas.microsoft.com/office/drawing/2014/main" id="{F6BE904B-16C1-424A-9554-3D490137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1" name="takeaway">
            <a:extLst xmlns:a="http://schemas.openxmlformats.org/drawingml/2006/main">
              <a:ext uri="{FF2B5EF4-FFF2-40B4-BE49-F238E27FC236}">
                <a16:creationId xmlns:a16="http://schemas.microsoft.com/office/drawing/2014/main" id="{5C259D09-E97A-44A6-9E13-34AAF3A6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interfaz facilita cambiar de proveedor; las pruebas validan el resultado.</a:t>
            </a:r>
          </a:p>
        </p:txBody>
      </p:sp>
    </p:spTree>
    <p:extLst>
      <p:ext uri="{BB962C8B-B14F-4D97-AF65-F5344CB8AC3E}">
        <p14:creationId xmlns:p14="http://schemas.microsoft.com/office/powerpoint/2010/main" val="20000781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1F10CE70-18AC-43C9-8E76-D2EA2470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B234AE-4EB0-423E-A7F8-FD6A2E84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A97EF2B-F5AB-4986-9828-908C716C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1DDD4277-A56E-4EE6-A691-6A0859EC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13 · Bonus: el mismo agente en Microsoft Foundry / CAPÍTULO 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5740A4-77D7-488B-9EF3-38F6C23D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Qué conserva la interfaz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A30FC341-5512-4A62-B8F6-5F5A36CE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Ejecutar las mismas consultas con la misma lógica del agente y otro proveedor configurado.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92F913C3-7E56-48E9-A78E-68907D1A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7FBFEEF0-297B-42DA-9F64-62F56AF6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22C9DE4E-DB14-41F5-A6E8-5609B09A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78C7DA1-5FE0-4D29-8C8F-6674BDCD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3C100414-9D95-4150-9107-8E961166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C5BDD94-063F-46FC-9AAC-1AB72879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E8EED2BE-992E-4488-8CB1-1932E48F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13 / C04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FDACB006-A652-451B-89B2-8943321D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20FC532-A8A8-4898-B431-0A6D6D64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Código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Prompt, tools y retriever pueden reutilizarse en el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agente existente.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Datos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Qdrant y el simulador siguen siendo servicios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externos.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Variación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 nuevo modelo puede decidir o redactar de otra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manera.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11BBDFF0-24E6-4734-9419-97C7409F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1EC94E1D-47E1-4062-8957-583C0FD6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7227CC0E-57A0-4F57-A9EF-F8E8D9F7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Confundir el switch del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modelo con migrar toda la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infraestructura.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DB1E62E3-F6B4-4DBF-A611-F443E6FE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D7A12ACE-533E-4118-AB0B-9C631100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1D606A3C-1C41-4E7E-8767-31BDE3DC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3C0C6C13-FE82-4DF9-A26F-8C51495A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comprobarías además de que el modelo responde?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9472BC17-C873-4491-8668-16CE1274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0565D9A7-8147-4DD2-AE7D-BF033E9E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interfaz facilita cambiar de proveedor; las pruebas validan el resultado.</a:t>
            </a:r>
          </a:p>
        </p:txBody>
      </p:sp>
    </p:spTree>
    <p:extLst>
      <p:ext uri="{BB962C8B-B14F-4D97-AF65-F5344CB8AC3E}">
        <p14:creationId xmlns:p14="http://schemas.microsoft.com/office/powerpoint/2010/main" val="21221295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6717EF0E-7653-47BE-BC86-11DD66A3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D89527-EE61-4861-9FCE-88037CEF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04A93F6-A017-4DBA-B4B4-86B0ECB2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FC6A550D-3620-45C6-9B2B-DC9F38EC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13 · Bonus: el mismo agente en Microsoft Foundry / CAPÍTULO 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9AA2BF-565A-4E7E-ABD6-62EAE592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El switch del proveedor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7B98898E-76F9-4152-8BA7-78FF12FD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Ejecutar las mismas consultas con la misma lógica del agente y otro proveedor configurado.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2221A194-5E9A-462E-8CF5-06408B33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6460D12-C95B-4DA9-9D38-FA739FCF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31F04319-2CAE-46F8-89B5-F1A89522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5B6DFD7-5ED9-4C66-B574-6CC23FC4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29094D89-B943-4AA8-AB22-8FBEC60A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FAD85729-5CFD-4973-8393-403D7DF8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4DEADBB0-4C64-40D8-B435-FAD57585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13 / C04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523ECEB6-FBC4-46AD-94C6-5FC07603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301EC9F-C60C-401F-9226-554046CF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ANDESMÓVIL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2BE43191-26B8-439C-B509-98AE004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FCF0DF82-08EF-44B9-BA64-DCBE06B8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0735F0BA-0FAB-49C0-8CD1-A821DA46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misma consulta de consumo se ejecuta con ambos proveedores.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D0490F3E-AA48-413F-822F-5C2907D7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2478C3CD-475C-42D3-832D-07A5B32C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3E39E8-FBB2-4B53-A6D0-078F9FC6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E03CF9C9-72D2-4D79-8B59-626979A2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7F3E8AD6-BBFF-4736-AD97-1B4FA3CE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Registrar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227D0760-B33E-4576-B9AC-1F94E2F8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Guardar tool seleccionada,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respuesta y tiempo en HF.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6235D13B-50E4-4327-83BC-D7AE4689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BD685DF2-E91D-4FB9-872F-19A07169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F40638-1490-4C32-9C4F-4668BE1B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2809128-2562-4E6B-973C-183BD533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D2C599AC-C8E5-48AE-8324-760A5B90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Repetir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28756176-E1CA-495F-9084-C288BB06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Cambiar proveedor con el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destino configurado.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7F120047-7C78-454E-8A5D-11FEEEC0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C76B712D-7D7D-4C8A-A39B-370F464F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F00DC8-FC27-49DD-B066-C96B7AD2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AC397F1-AA22-4ED4-A854-15E2439D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02BF7E72-CA50-40EE-81ED-6ED1534E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Comparar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432919BE-A6CE-4198-BB1F-8C6FC08B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Verificar dato, decisión y costo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 la ejecución.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85C838B1-F25B-4AB7-86E4-8C429ACE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42F720AF-A5A8-4448-8012-D9F8BC3F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1C002865-7492-40D7-A62A-A5965482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Mantener código no garantiza mantener exactamente las respuestas.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55C755E8-B520-4C3A-A354-0E1BBCA9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7B0BAFC8-DDF5-4500-8EA1-555C9C62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interfaz facilita cambiar de proveedor; las pruebas validan el resultado.</a:t>
            </a:r>
          </a:p>
        </p:txBody>
      </p:sp>
    </p:spTree>
    <p:extLst>
      <p:ext uri="{BB962C8B-B14F-4D97-AF65-F5344CB8AC3E}">
        <p14:creationId xmlns:p14="http://schemas.microsoft.com/office/powerpoint/2010/main" val="188086193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header">
            <a:extLst xmlns:a="http://schemas.openxmlformats.org/drawingml/2006/main">
              <a:ext uri="{FF2B5EF4-FFF2-40B4-BE49-F238E27FC236}">
                <a16:creationId xmlns:a16="http://schemas.microsoft.com/office/drawing/2014/main" id="{8EB38C92-6D92-40B2-9712-9D2D91FB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259D39-42DD-4268-8FC8-F4782ECA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962C694-33E8-455A-96B9-079263BA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58A96D2C-57DA-4ACB-BD58-E159A350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13 · Bonus: el mismo agente en Microsoft Foundry / CAPÍTULO 5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A0FACB6-8775-48EB-B8DE-921967F9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Hosted agent y protocolo Responses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61B4DBC0-3A3C-46C5-A1B7-3D50E385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Distinguir usar un modelo de Foundry y alojar allí el agente.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E980E75F-3604-46D6-B33C-85442AB4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9231841-81E2-497D-9D52-A95DC0FC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C3BE46A7-35D6-4C4F-B2EE-91D3F0BA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3202749-E5F7-497D-BF05-35819E54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21867150-1E07-4582-ABCD-177810F4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A9D14C7-A132-4321-A173-800CBCB8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F65D4E74-A0DE-43C8-AA13-B8BADAC7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13 / C05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3AF34E74-D6C5-45D9-8B73-E9446F99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72ED64D-FFED-431E-BFF1-3605B84B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COMPARAR RESPONSABILIDADES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51D6FD7E-69AE-4A83-979B-40643D8A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49D2FA40-C11B-4212-B8E6-C552DA8C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242D5F-4AAA-461B-A902-6B0074A0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403CC76-D06A-41CF-A739-110FFD34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3C8EC218-0031-4060-80D3-7C696972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Inferencia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56AC373E-9D0B-4DED-8C80-C94F6A8F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agente puede seguir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ejecutándose fuera y llamar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al modelo.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78A1326F-805F-4ED0-ABF9-B9307F0D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0AC47C9E-89EB-4582-BA23-D95A9BC1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544E04-5527-4982-9B48-190C3FD6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57FEFDE-042E-48D2-8D4F-3C79C56C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341D8F09-E307-4AEB-9EBE-18F50FAC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Hosting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94C4A70C-CEE0-4E2F-996C-35196EAB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plataforma aloja un grafo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compatible del agente.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B1641ED6-4634-4A9F-8F40-D9A9F865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57968E53-8CC1-4EE9-BB41-0EDFF2D4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D200CF-F26A-47CF-AB0E-96F61DB1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2B92C14-8DD0-4DAE-A3B6-17DDCCE3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6B496FB6-7BB9-4AC2-9AA6-C7433B14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Interfaz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5C3E24B5-FCC8-4A66-993D-6204C343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ResponsesHostServer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expone el grafo mediante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/responses.</a:t>
            </a:r>
          </a:p>
        </p:txBody>
      </p:sp>
      <p:sp>
        <p:nvSpPr>
          <p:cNvPr id="34" name="panel">
            <a:extLst xmlns:a="http://schemas.openxmlformats.org/drawingml/2006/main">
              <a:ext uri="{FF2B5EF4-FFF2-40B4-BE49-F238E27FC236}">
                <a16:creationId xmlns:a16="http://schemas.microsoft.com/office/drawing/2014/main" id="{12EFFCA9-1351-468C-89BB-B734EEF9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CED2DA7-82D1-4F6A-907D-B5A0B7AA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6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942E6C41-4143-4968-B6A8-CE205592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nueva frontera aparece al sustituir la API propia por</a:t>
            </a:r>
          </a:p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/responses?</a:t>
            </a:r>
          </a:p>
        </p:txBody>
      </p:sp>
      <p:sp>
        <p:nvSpPr>
          <p:cNvPr id="37" name="panel">
            <a:extLst xmlns:a="http://schemas.openxmlformats.org/drawingml/2006/main">
              <a:ext uri="{FF2B5EF4-FFF2-40B4-BE49-F238E27FC236}">
                <a16:creationId xmlns:a16="http://schemas.microsoft.com/office/drawing/2014/main" id="{9EFFEB6F-5409-4A19-BABA-B637FAE5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38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60798B1D-222C-4DBE-AA87-9B95F1E4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39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BF58F026-5D2F-4FCB-AAEE-78C2A69D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Afirmar que un switch local ya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demuestra un hosted agent desplegado.</a:t>
            </a:r>
          </a:p>
        </p:txBody>
      </p:sp>
      <p:sp>
        <p:nvSpPr>
          <p:cNvPr id="40" name="panel">
            <a:extLst xmlns:a="http://schemas.openxmlformats.org/drawingml/2006/main">
              <a:ext uri="{FF2B5EF4-FFF2-40B4-BE49-F238E27FC236}">
                <a16:creationId xmlns:a16="http://schemas.microsoft.com/office/drawing/2014/main" id="{A661B472-2761-4524-AFC1-4B75920E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1" name="takeaway">
            <a:extLst xmlns:a="http://schemas.openxmlformats.org/drawingml/2006/main">
              <a:ext uri="{FF2B5EF4-FFF2-40B4-BE49-F238E27FC236}">
                <a16:creationId xmlns:a16="http://schemas.microsoft.com/office/drawing/2014/main" id="{8BBE7839-0157-471D-8B43-C547F7AF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Cambiar el proveedor y cambiar dónde vive el agente son decisiones distintas.</a:t>
            </a:r>
          </a:p>
        </p:txBody>
      </p:sp>
    </p:spTree>
    <p:extLst>
      <p:ext uri="{BB962C8B-B14F-4D97-AF65-F5344CB8AC3E}">
        <p14:creationId xmlns:p14="http://schemas.microsoft.com/office/powerpoint/2010/main" val="13411605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BA594E52-4367-41DC-8BB4-88B7097E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20BE1F-5138-4B2E-8C96-C74A0838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8C4AA39-078C-4B33-AAF4-DA484ACE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79CB4A60-07AD-4E9A-BAC4-9A4E1BE2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13 · Bonus: el mismo agente en Microsoft Foundry / CAPÍTULO 5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8A0647-6CE3-45DD-AFC6-3E7C33DC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Una migración con fronteras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1FE10474-5F86-4BC6-A65B-9D2DA5B9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Distinguir usar un modelo de Foundry y alojar allí el agente.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A2B8285C-9BC8-4053-9062-812B9144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1AEE423-B6BF-4149-A0C9-8A6FA1BE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5672CC2B-1DCD-4621-AEE2-D2C09887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515AF60-8E2F-42CF-A76F-DFFE55D9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ED9B28CC-553A-427B-A842-21461D4D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82FEE818-17A4-4867-8460-CE1D7F5B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B2A9B318-F29D-44C2-8AD2-9BAA7974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13 / C05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A9444AB9-1168-4660-B034-C7B31826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016F4E7-8B86-481B-B187-2FC2FA1F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Entrada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 interfaz HTTP ya no es necesariamente el /chat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propio de S8.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Grafo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 host espera un grafo compilado compatible.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Estado y controles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 semántica de sesiones y middleware debe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revisarse.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AAE41AF3-147F-4D20-88B8-C301331B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8FC0D1B4-B460-4C1E-99C6-CA274DDC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D3BF3235-7747-4DD0-A77C-4D60879B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Afirmar que un switch local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ya demuestra un hosted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agent desplegado.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8763DDA7-7593-467F-92C5-959A494D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BEF66D81-FAA6-4BA7-9A60-84C3C567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5C3BC43E-55EE-4F35-9C84-415823D7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F4F0F415-41C4-4F7D-AF25-11F59055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nueva frontera aparece al sustituir la API propia por /responses?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E8A01709-42C6-4009-9FCE-80B7F430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8C6A579D-046A-4B1E-9E7D-8EFBB6E0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Cambiar el proveedor y cambiar dónde vive el agente son decisiones distintas.</a:t>
            </a:r>
          </a:p>
        </p:txBody>
      </p:sp>
    </p:spTree>
    <p:extLst>
      <p:ext uri="{BB962C8B-B14F-4D97-AF65-F5344CB8AC3E}">
        <p14:creationId xmlns:p14="http://schemas.microsoft.com/office/powerpoint/2010/main" val="14977351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6BAD2406-5AB7-4224-94CA-A62360B5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2EEAD-7D48-4E30-96D9-FC30E510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405BC11-3B2B-4D0F-ACD2-C7829CC2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E6C4D2CB-290F-48AB-B7C3-28879B65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13 · Bonus: el mismo agente en Microsoft Foundry / CAPÍTULO 5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94AAB3F-9814-4093-BD37-5A9F42F9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Hosted agent y protocolo Responses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FA35E116-4B2E-40E7-A303-54AF2294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Distinguir usar un modelo de Foundry y alojar allí el agente.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CA7260C5-6DA8-467F-B6E2-2876EC9D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A14E402-3178-4540-80AB-920BF308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5F1E9991-4A59-4125-A90F-FF0EF38D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45C220C-1918-40CE-836F-1F389D97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08C4DCED-689E-40E8-A5F6-4BD68063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CEF4667-C043-45D0-9009-4EA0B045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F09D9889-EA7B-4FC6-8581-941C3876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13 / C05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F9E4FE76-4340-4B6B-9643-D10830E8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41B9B34-954B-42C7-84E6-5D748978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MERCASUR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AAF23CB1-CDB8-4951-92FB-7D1BEFED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8E9F70A6-25DC-45D0-9F2A-F72F3614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638AA5C6-C21E-4CE5-A7F6-BCEC1E65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switch funciona localmente; el equipo quiere ahora un endpoint alojado.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74D93B0C-B98D-4E14-AB2D-1CC6254C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D321403B-D575-46B2-8078-8DAE24B9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1A78BC-64DC-41F7-87C8-26042A1C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E0B94CE9-6EFE-4AD8-827E-2D3713B3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C9FF6F0D-0C7A-4FEF-B73E-0BDBB351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Separar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5D3F4C83-BF80-4420-B201-BEC95225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prueba del modelo ya pasó.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1E77D31E-7999-4BF4-9950-EFEE71EB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F8A9516F-DF48-4D4B-8C3E-6E9E1FE6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E77F20-8670-49FD-90A1-FFB91501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D12F352-4CA0-442D-BA14-44601E61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F749F7B7-1925-4C1C-AFDA-AF1476BF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Envolver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34BDB3A9-5A37-4953-8333-7E3CDAF1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Preparar el grafo para el host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del bonus.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B83F7D99-6813-4985-B764-2779DD10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D3A57A3A-5F68-46ED-8371-D7DB37D2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05B350-49B8-4D9D-AA1C-545FB09D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9B2DF7E-160F-4A9E-9865-4219BB6E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A561C787-6A50-4900-9DE4-4B385898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Revalidar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D2E11B76-BE6D-4613-9916-A484DAA8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Comprobar contrato, estado y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controles del nuevo recorrido.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165D6DBB-E3DA-4B78-A50E-E9FB717F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2BB64C6D-958F-4BF4-906C-EA95434E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9ECE64D9-5DFE-4089-9DCB-5C2C42BD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integración de hosting está en preview en el material y requiere verificación del entorno.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DCBC9BEC-3E6D-49A5-944D-5C4932C8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D07FA424-938E-422A-B3C0-DFFF47EB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Cambiar el proveedor y cambiar dónde vive el agente son decisiones distintas.</a:t>
            </a:r>
          </a:p>
        </p:txBody>
      </p:sp>
    </p:spTree>
    <p:extLst>
      <p:ext uri="{BB962C8B-B14F-4D97-AF65-F5344CB8AC3E}">
        <p14:creationId xmlns:p14="http://schemas.microsoft.com/office/powerpoint/2010/main" val="209158062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header">
            <a:extLst xmlns:a="http://schemas.openxmlformats.org/drawingml/2006/main">
              <a:ext uri="{FF2B5EF4-FFF2-40B4-BE49-F238E27FC236}">
                <a16:creationId xmlns:a16="http://schemas.microsoft.com/office/drawing/2014/main" id="{3A8006A5-47E9-426F-9AA0-7EF1320B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10A57D-99DB-441C-ACAF-BE4513F4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A7C5CB1-4BA8-44B4-9B72-D82F4774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FE7F37EF-D760-442E-BA5B-E5B90266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13 · Bonus: el mismo agente en Microsoft Foundry / CAPÍTULO 6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5BE34C-814A-45FE-BC4E-A30A7A66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Envolver el agente: qué porta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FF256452-0FFF-4A93-9F55-186E2337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Leer con precisión la reutilización y las adaptaciones pendientes del checkpoint alojado.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C5EFCB6B-C5E6-4EE9-909D-0A8D19D6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F018BAF8-EBBD-4393-9751-03854434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89BECED4-2F94-43E9-96BD-894BAC2B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72094A73-FEB1-47F8-A569-4109555E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76B41F85-7BAF-437C-95A8-DB5A870A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355C5414-9626-4B9F-AD51-0FAA80AD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AB34C1BB-15D2-4FE0-9321-9A26A7B1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13 / C06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45E8000D-96EF-489E-9558-65BFA11C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B16F8C1-FB17-475A-9359-945CB0C7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REUTILIZAR CAPACIDADES NO COPIA TODOS LOS CONTROLES</a:t>
            </a:r>
          </a:p>
        </p:txBody>
      </p:sp>
      <p:sp>
        <p:nvSpPr>
          <p:cNvPr id="16" name="architecture-frame">
            <a:extLst xmlns:a="http://schemas.openxmlformats.org/drawingml/2006/main">
              <a:ext uri="{FF2B5EF4-FFF2-40B4-BE49-F238E27FC236}">
                <a16:creationId xmlns:a16="http://schemas.microsoft.com/office/drawing/2014/main" id="{53264A90-F161-4C1F-9F12-BCE2FEC0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9239250" cy="4619625"/>
          </a:xfrm>
          <a:prstGeom xmlns:a="http://schemas.openxmlformats.org/drawingml/2006/main" prst="roundRect">
            <a:avLst>
              <a:gd name="adj" fmla="val 37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component-common">
            <a:extLst xmlns:a="http://schemas.openxmlformats.org/drawingml/2006/main">
              <a:ext uri="{FF2B5EF4-FFF2-40B4-BE49-F238E27FC236}">
                <a16:creationId xmlns:a16="http://schemas.microsoft.com/office/drawing/2014/main" id="{1F7D323C-C794-4D7C-AA67-9AA101ED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037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8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3BFD3F4F-4230-4D42-B013-00ACD502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4325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Provider +</a:t>
            </a:r>
          </a:p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prompt</a:t>
            </a:r>
          </a:p>
        </p:txBody>
      </p:sp>
      <p:sp>
        <p:nvSpPr>
          <p:cNvPr id="19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31451A0C-F0CB-4E7D-B3DF-2079B420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5760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Reutilización del curso</a:t>
            </a:r>
          </a:p>
        </p:txBody>
      </p:sp>
      <p:sp>
        <p:nvSpPr>
          <p:cNvPr id="20" name="component-graph">
            <a:extLst xmlns:a="http://schemas.openxmlformats.org/drawingml/2006/main">
              <a:ext uri="{FF2B5EF4-FFF2-40B4-BE49-F238E27FC236}">
                <a16:creationId xmlns:a16="http://schemas.microsoft.com/office/drawing/2014/main" id="{6F95B43B-9316-4CED-B21F-EAAAEFF6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00037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1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E15BE6E1-BCDC-4E3C-AAB7-66DFDF09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4325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create_agent</a:t>
            </a:r>
          </a:p>
        </p:txBody>
      </p:sp>
      <p:sp>
        <p:nvSpPr>
          <p:cNvPr id="22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56C2F52E-2A69-4EA7-A9FF-DAEAA363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65760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Construye el grafo</a:t>
            </a:r>
          </a:p>
        </p:txBody>
      </p:sp>
      <p:sp>
        <p:nvSpPr>
          <p:cNvPr id="23" name="component-host">
            <a:extLst xmlns:a="http://schemas.openxmlformats.org/drawingml/2006/main">
              <a:ext uri="{FF2B5EF4-FFF2-40B4-BE49-F238E27FC236}">
                <a16:creationId xmlns:a16="http://schemas.microsoft.com/office/drawing/2014/main" id="{921013E4-4CA8-4FC4-AB4D-CC19FC15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0037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4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60438ABC-32A3-4F43-A8EF-ED8CEE98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Host Responses</a:t>
            </a:r>
          </a:p>
        </p:txBody>
      </p:sp>
      <p:sp>
        <p:nvSpPr>
          <p:cNvPr id="25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2A0E8AFD-CAA9-449D-A820-DED27B5E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5760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ResponsesHostServer</a:t>
            </a:r>
          </a:p>
        </p:txBody>
      </p:sp>
      <p:sp>
        <p:nvSpPr>
          <p:cNvPr id="26" name="component-tools">
            <a:extLst xmlns:a="http://schemas.openxmlformats.org/drawingml/2006/main">
              <a:ext uri="{FF2B5EF4-FFF2-40B4-BE49-F238E27FC236}">
                <a16:creationId xmlns:a16="http://schemas.microsoft.com/office/drawing/2014/main" id="{8B671A4F-4979-4727-82D0-5D4516F5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8162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7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AB0AB8D0-9050-4F2E-B16C-F9697A24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52450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Tools + retriever</a:t>
            </a:r>
          </a:p>
        </p:txBody>
      </p:sp>
      <p:sp>
        <p:nvSpPr>
          <p:cNvPr id="28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9A6AD586-C249-40AE-AE9F-438FC673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03885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 importan al grafo</a:t>
            </a:r>
          </a:p>
        </p:txBody>
      </p:sp>
      <p:sp>
        <p:nvSpPr>
          <p:cNvPr id="29" name="component-gap">
            <a:extLst xmlns:a="http://schemas.openxmlformats.org/drawingml/2006/main">
              <a:ext uri="{FF2B5EF4-FFF2-40B4-BE49-F238E27FC236}">
                <a16:creationId xmlns:a16="http://schemas.microsoft.com/office/drawing/2014/main" id="{BC891B52-0C9C-4D7C-B530-88A08C64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538162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30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BF3E50F3-80D7-422E-B03E-ACB99987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52450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Memoria y</a:t>
            </a:r>
          </a:p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guardrails</a:t>
            </a:r>
          </a:p>
        </p:txBody>
      </p:sp>
      <p:sp>
        <p:nvSpPr>
          <p:cNvPr id="31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1C22B503-6D77-43EE-904F-652BA964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03885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Requieren adaptación</a:t>
            </a:r>
          </a:p>
        </p:txBody>
      </p:sp>
      <p:sp>
        <p:nvSpPr>
          <p:cNvPr id="32" name="component-test">
            <a:extLst xmlns:a="http://schemas.openxmlformats.org/drawingml/2006/main">
              <a:ext uri="{FF2B5EF4-FFF2-40B4-BE49-F238E27FC236}">
                <a16:creationId xmlns:a16="http://schemas.microsoft.com/office/drawing/2014/main" id="{8062448D-A562-4DF3-A547-E39346CE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38162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3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81F8D170-4029-4B00-8DD6-61101690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2450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Revalidación</a:t>
            </a:r>
          </a:p>
        </p:txBody>
      </p:sp>
      <p:sp>
        <p:nvSpPr>
          <p:cNvPr id="34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180390DC-EFBF-4691-977E-1582BD2A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3885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Probar el nuevo</a:t>
            </a:r>
          </a:p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recorrido</a:t>
            </a:r>
          </a:p>
        </p:txBody>
      </p:sp>
      <p:cxnSp>
        <p:nvCxnSpPr>
          <p:cNvPr id="81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3333750" y="3538538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cxnSp>
        <p:nvCxnSpPr>
          <p:cNvPr id="82" name=""/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6410325" y="3538538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cxnSp>
        <p:nvCxnSpPr>
          <p:cNvPr id="83" name=""/>
          <p:cNvCxnSpPr>
            <a:stCxn xmlns:a="http://schemas.openxmlformats.org/drawingml/2006/main" id="26" idx="0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2143125" y="3538538"/>
            <a:ext cx="1885950" cy="1843088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cxnSp>
        <p:nvCxnSpPr>
          <p:cNvPr id="84" name=""/>
          <p:cNvCxnSpPr>
            <a:stCxn xmlns:a="http://schemas.openxmlformats.org/drawingml/2006/main" id="29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6410325" y="5919788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F912AED8-F09E-4E69-B9E1-DED1D33B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47950"/>
            <a:ext cx="4610100" cy="4619625"/>
          </a:xfrm>
          <a:prstGeom xmlns:a="http://schemas.openxmlformats.org/drawingml/2006/main" prst="roundRect">
            <a:avLst>
              <a:gd name="adj" fmla="val 371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40" name="diagram-reading-label">
            <a:extLst xmlns:a="http://schemas.openxmlformats.org/drawingml/2006/main">
              <a:ext uri="{FF2B5EF4-FFF2-40B4-BE49-F238E27FC236}">
                <a16:creationId xmlns:a16="http://schemas.microsoft.com/office/drawing/2014/main" id="{6BDDF7B6-2CC0-4254-8224-D87DE43F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57500"/>
            <a:ext cx="414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CLAVE DE LECTURA</a:t>
            </a:r>
          </a:p>
        </p:txBody>
      </p:sp>
      <p:sp>
        <p:nvSpPr>
          <p:cNvPr id="41" name="diagram-reading">
            <a:extLst xmlns:a="http://schemas.openxmlformats.org/drawingml/2006/main">
              <a:ext uri="{FF2B5EF4-FFF2-40B4-BE49-F238E27FC236}">
                <a16:creationId xmlns:a16="http://schemas.microsoft.com/office/drawing/2014/main" id="{5F7F0B2F-A24D-4296-9E3D-BD5F273A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86125"/>
            <a:ext cx="4143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host/main.py documenta esta</a:t>
            </a:r>
          </a:p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brecha del checkpoint; no la</a:t>
            </a:r>
          </a:p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resuelve.</a:t>
            </a:r>
          </a:p>
        </p:txBody>
      </p:sp>
      <p:sp>
        <p:nvSpPr>
          <p:cNvPr id="42" name="diagram-question-label">
            <a:extLst xmlns:a="http://schemas.openxmlformats.org/drawingml/2006/main">
              <a:ext uri="{FF2B5EF4-FFF2-40B4-BE49-F238E27FC236}">
                <a16:creationId xmlns:a16="http://schemas.microsoft.com/office/drawing/2014/main" id="{982770C5-67C6-411F-9B20-0027231B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52975"/>
            <a:ext cx="414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PREGUNTA AL GRUPO</a:t>
            </a:r>
          </a:p>
        </p:txBody>
      </p:sp>
      <p:sp>
        <p:nvSpPr>
          <p:cNvPr id="43" name="diagram-question">
            <a:extLst xmlns:a="http://schemas.openxmlformats.org/drawingml/2006/main">
              <a:ext uri="{FF2B5EF4-FFF2-40B4-BE49-F238E27FC236}">
                <a16:creationId xmlns:a16="http://schemas.microsoft.com/office/drawing/2014/main" id="{DB11B77B-0DB8-4603-963A-1CF4C8CC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0"/>
            <a:ext cx="4143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prueba falta si solo verificaste</a:t>
            </a:r>
          </a:p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que /responses devuelve texto?</a:t>
            </a:r>
          </a:p>
        </p:txBody>
      </p:sp>
      <p:sp>
        <p:nvSpPr>
          <p:cNvPr id="44" name="diagram-caution">
            <a:extLst xmlns:a="http://schemas.openxmlformats.org/drawingml/2006/main">
              <a:ext uri="{FF2B5EF4-FFF2-40B4-BE49-F238E27FC236}">
                <a16:creationId xmlns:a16="http://schemas.microsoft.com/office/drawing/2014/main" id="{D09485FC-20D9-47E7-BD5E-8305D362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76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Error a evitar: Extender la promesa de código</a:t>
            </a:r>
          </a:p>
          <a:p xmlns:a="http://schemas.openxmlformats.org/drawingml/2006/main">
            <a:pPr algn="l">
              <a:def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idéntico del switch a todo el hosting.</a:t>
            </a:r>
          </a:p>
        </p:txBody>
      </p:sp>
      <p:sp>
        <p:nvSpPr>
          <p:cNvPr id="45" name="panel">
            <a:extLst xmlns:a="http://schemas.openxmlformats.org/drawingml/2006/main">
              <a:ext uri="{FF2B5EF4-FFF2-40B4-BE49-F238E27FC236}">
                <a16:creationId xmlns:a16="http://schemas.microsoft.com/office/drawing/2014/main" id="{1B86A498-D7DB-4C1F-950C-323DA7F7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6" name="takeaway">
            <a:extLst xmlns:a="http://schemas.openxmlformats.org/drawingml/2006/main">
              <a:ext uri="{FF2B5EF4-FFF2-40B4-BE49-F238E27FC236}">
                <a16:creationId xmlns:a16="http://schemas.microsoft.com/office/drawing/2014/main" id="{C20305AC-67BB-4B9A-87A1-846657F7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portabilidad se demuestra responsabilidad por responsabilidad.</a:t>
            </a:r>
          </a:p>
        </p:txBody>
      </p:sp>
    </p:spTree>
    <p:extLst>
      <p:ext uri="{BB962C8B-B14F-4D97-AF65-F5344CB8AC3E}">
        <p14:creationId xmlns:p14="http://schemas.microsoft.com/office/powerpoint/2010/main" val="175093929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8CDB1603-5284-4773-8EBB-E5DA8B98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EA22A-29CC-457D-9760-11E5D8B7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B021DEE-1EBF-47BE-901B-9065DF2C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51AE9DDB-59D5-480D-9451-D14D6E41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13 · Bonus: el mismo agente en Microsoft Foundry / CAPÍTULO 6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B67333-12D5-4D79-BC16-FF34E087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Comparar responsabilidades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C8B0872D-5D52-4361-A69A-889F5690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Leer con precisión la reutilización y las adaptaciones pendientes del checkpoint alojado.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F08B05D5-5E07-4743-91B7-A15F5C22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A0FBF23-ADF4-4998-85D2-F785BC6E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C6C3C15D-9AE2-4E36-A2B5-87C27A5E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224EFC3-0E2E-4859-A8AB-34B7A691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AA033817-E1A7-439D-BCB2-FDF23317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4A92AB1-5D22-4D1C-B435-9FC687F9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3DE74DC5-C3FC-4900-BA87-24FF3CA1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13 / C06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5C8A7B83-7BE5-4904-8F45-1988200D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3B602B2-199C-4574-A717-D126A23C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 wrapper Python aplica entrada, acción y salida.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Host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ResponsesHostServer recibe el grafo creado en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host/main.py.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Brecha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Los controles anteriores deben adaptarse y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probarse en esa ruta.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A7B74AE8-FA80-4AE5-A687-684939C0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34EBD4DD-F0B3-4FE2-9693-4E04D324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B190B73E-0780-4EF3-A03A-7EA4E4F5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Extender la promesa de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código idéntico del switch 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todo el hosting.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CE5E97D9-AD71-4E68-A82E-BDC1737D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105BE2F6-80B7-4954-A483-00E46424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05B0C879-F04D-4E83-AE94-4765D463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4C165792-C03F-4119-B075-88A4B391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prueba falta si solo verificaste que /responses devuelve texto?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29D69A0A-234B-4CB4-804A-4CD62C14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3C2BDAF0-3375-4B5D-AC9C-7B0E380E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portabilidad se demuestra responsabilidad por responsabilidad.</a:t>
            </a:r>
          </a:p>
        </p:txBody>
      </p:sp>
    </p:spTree>
    <p:extLst>
      <p:ext uri="{BB962C8B-B14F-4D97-AF65-F5344CB8AC3E}">
        <p14:creationId xmlns:p14="http://schemas.microsoft.com/office/powerpoint/2010/main" val="163735114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3E7F3D6B-3854-4389-9C13-F91C5E38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8203C2-ACF8-42A6-AD5F-1FD6D2F3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8D3BBDC-DE46-46E0-B867-DAE777D2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8CF1036C-CCFD-4C92-979C-6E823952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13 · Bonus: el mismo agente en Microsoft Foundry / CAPÍTULO 6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F5B9A26-53FC-4573-BEBC-B8F0E0E6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Envolver el agente: qué porta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D1039CE1-C65E-4B76-8E2A-C583475D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Leer con precisión la reutilización y las adaptaciones pendientes del checkpoint alojado.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F4CAE826-E75E-428E-B7FC-40365C82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CF99CD2-A7AF-432A-92F3-92EAEA27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0F5F8C87-F215-4CD4-BFAC-5A7CBDB1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54EC778-FDAF-4D7E-8B87-B88E1072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C348F31D-340C-4142-BBB2-85CB47D4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9A311A3-00D9-4EFC-9332-23DDD89E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3322C6C8-B8E5-49CA-8EE3-12675C79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13 / C06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694C3216-B307-448A-98D4-A3F39BE9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FA0C4DC-F376-46AF-8616-D17CF7F4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BANCO INTI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9B02CBA5-67DB-43C1-BF12-D36B7918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C06649BD-BBD6-4DBA-813A-9997E8BF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C51606CF-3A57-429C-9436-ECEE2FC4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versión local bloquea una operación, pero el host no incorpora ese wrapper.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50883526-43BC-4001-88BA-F805F598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DD14D5AE-2DE9-4EF4-ACC9-E5DBDA2E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BB1C72-619D-4E90-8054-227A1481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523357C-A80D-4E84-B30C-33AC0A97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58FD379A-087A-4CFB-8A16-3FF8B987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Detectar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FB7EB2FE-12EF-417F-B23C-0337399D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Importar las mismas tools no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copia todos los controles.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DDEDB7C8-FD63-44B7-A769-E2CD604F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9A99BB89-6CC9-4639-AF14-687A01D1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65BB75-1E4D-4EC1-A21E-BEEE3AD2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DA637E1-5B7D-4891-B7F8-9F0C6681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5B5094D6-6D05-4B4D-87FC-76DA2FF3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Adaptar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E4B9CA1A-9AA5-40A9-9D3E-70C1A29E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Implementar los enganches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compatibles antes de declarar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equivalencia.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95AF3003-7262-4F6B-BC18-7C450F60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A0BF84AC-F86E-45B2-BD52-307AFA26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6E166D-B8AF-4BE9-9FFE-E0B6B29C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BFC8B0A-CA30-49A2-BBE9-1C846F85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1DD35E6C-6E01-4C1C-ADE8-43930EA6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Probar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B8609E5F-5159-4507-B80E-B845CE3C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Repetir la batería de acciones y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salidas en el endpoint alojado.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5FD877EA-6D1E-4A15-8BBD-FD16CD44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A19666CE-BC84-4278-A85C-886060A8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F5759A86-9198-486C-B1D6-7DB827A9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ejemplo no acredita equivalencia de guardrails o memoria entre ambas arquitecturas.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94216917-ECF2-46C6-ACFB-D6162426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F6971E42-6284-4B52-B164-317D663B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portabilidad se demuestra responsabilidad por responsabilidad.</a:t>
            </a:r>
          </a:p>
        </p:txBody>
      </p:sp>
    </p:spTree>
    <p:extLst>
      <p:ext uri="{BB962C8B-B14F-4D97-AF65-F5344CB8AC3E}">
        <p14:creationId xmlns:p14="http://schemas.microsoft.com/office/powerpoint/2010/main" val="165470459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2E8A456D-B70D-47C9-B25E-E868D19F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201ABC-3652-49CA-9963-3625090E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E95C6D9-19E1-4398-8F9B-A18F854E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F43B581D-0847-4D2F-A80A-8BD1BC6F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13 · Bonus: el mismo agente en Microsoft Foundry / CAPÍTULO 7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51064FF-B986-419C-886F-4D7CDF61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Desplegar con azd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D109A95E-6F4B-4C50-B578-4D9360F1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Relacionar configuración, ejecución local y despliegue del agente alojado.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0CE974F8-1D86-4963-AFF5-D4B3509A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7D7717A-D42B-4CAF-AD0E-F045797D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D3072F9E-6442-4232-9802-7B858447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36FDC10-5ED9-43AF-8585-608BF70A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072A4A5F-3B37-49C7-A39E-E269976B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098FFB5-A749-452F-8890-3473AA43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7BC37C4C-90B1-4A2B-B1A8-42452AC3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13 / C07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5622AF9A-6F3A-4A4D-B2B8-6B5AF29B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1219717-688E-4A75-9B47-EB36C5E1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975AEE58-BFEF-4F06-8EC6-5F804A11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E3842E82-DDE7-4BA5-AED5-DBE0513B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9216F1-BB92-417A-AC86-DD90F595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81857CC-BCFE-41A8-BC18-C2E50641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FD4A1DAF-AF81-458F-B590-A979ED0C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Preparar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074185A1-2B42-4C46-8EA1-EDC546EB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Extensión, autenticación y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configuración del proyecto.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04793509-9F89-4E26-BFBB-03BD266B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127E04D1-0F9B-45FE-8F89-E9470C76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305E36-CDA1-4983-8B4B-24490947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718963B-AE01-478D-877D-AC4CCB59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611A7C1E-11B7-43B7-835B-A0BF87C0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Verificar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F8A93055-5F87-4AEE-BB81-7A72B3FD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azd ai agent run prueba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localmente contra 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deployment.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16159297-2963-4C1A-9108-CBA6BE50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8FD19366-CAEE-4CEB-B746-6E590661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4BD939-F2A7-4258-9256-D6888F82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654669F-88F5-45F3-B0E7-9138185C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0185ED15-A25D-4388-9AE4-F7FD9B35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Publicar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6F7AC8E0-4D42-4C89-B45B-9A104C76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Provisionar si corresponde y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desplegar según la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configuración del host.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5D2D2966-BBE0-4D2B-A613-C02EFA11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209EB22-F15F-4D39-A711-5CDB9816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87B6DB4B-155E-420E-91E6-7A410296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prueba de extremo a extremo falta después de un</a:t>
            </a:r>
          </a:p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deploy exitoso?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7F8B11CD-0B21-4082-83F2-FD935CE1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39A74810-2061-475E-B662-9DBC84FA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12F912CA-1291-4A97-A348-8A837759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Presentar una salida de despliegue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como garantía de funcionamiento de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todas las dependencias.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8EE82841-DDA8-4A86-8693-46765DF9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205AB468-D8D4-48B7-8174-2795E8B2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evidencia final es un endpoint que ejecuta el flujo previsto.</a:t>
            </a:r>
          </a:p>
        </p:txBody>
      </p:sp>
    </p:spTree>
    <p:extLst>
      <p:ext uri="{BB962C8B-B14F-4D97-AF65-F5344CB8AC3E}">
        <p14:creationId xmlns:p14="http://schemas.microsoft.com/office/powerpoint/2010/main" val="178086600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714EF06F-BDE4-4E6A-B247-3D8AEB70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991EE-03CB-46A9-A233-8E193CB5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E65B4C0-330F-41A8-A992-136892A9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CDD432DA-2349-4693-ADFA-A61ABC7F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13 · Bonus: el mismo agente en Microsoft Foundry / CAPÍTULO 7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725EFA-5C47-40F8-B09B-B87F2B35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Comandos y evidencia del repositorio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40B24AD3-067B-4451-B0D2-CF1AB1C4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Relacionar configuración, ejecución local y despliegue del agente alojado.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5E6D2AC7-98A2-4983-876A-05A34C1B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1899ABB-EDBE-42AC-9206-945F981B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C78D3B71-9E95-4317-A1FD-E0B24167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FF9E9D1-67F2-4EEF-A6C5-806CDF93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75F3B9C4-F1B0-41E9-AEC0-C39E9072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1AB67EC-C0B4-49D8-A3CA-FA276DA2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FE00A3CD-CA96-4762-8CF1-256C5717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13 / C07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69A5B0F7-2125-4212-A863-74E819B4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5D6C803-66EA-49C5-BD30-C9BF279E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Inicio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azd ext install azure.ai.agents; azd auth login.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Recursos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azd provision cuando hacen falta recursos nuevos.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Despliegue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azd deploy; conservar endpoint y respuesta de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prueba.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3CB4B6D3-81A5-4AF0-85CA-9542A6ED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5882F4BC-33EB-479A-86B6-CE8FD581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CFA18D39-66C0-44CB-AAA9-A75750A2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Presentar una salida de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despliegue como garantía de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funcionamiento de todas las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dependencias.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FB566F90-7BBB-4C3C-A9B5-0C4439CB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3C4E973D-3D6A-432D-A160-6A74CE15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60F36EE2-F4B7-41BD-8E3E-C3B49D30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BBB06D6B-2471-4EBB-94B1-5CA6E014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prueba de extremo a extremo falta después de un deploy exitoso?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C3A0CA78-8D80-4708-900B-F5ADB167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8BDDD1B4-2714-4ABB-9295-3C0A476C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evidencia final es un endpoint que ejecuta el flujo previsto.</a:t>
            </a:r>
          </a:p>
        </p:txBody>
      </p:sp>
    </p:spTree>
    <p:extLst>
      <p:ext uri="{BB962C8B-B14F-4D97-AF65-F5344CB8AC3E}">
        <p14:creationId xmlns:p14="http://schemas.microsoft.com/office/powerpoint/2010/main" val="50484484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0500F42F-5A39-4965-B323-693A1923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9601B3-9D11-402F-AC41-1ECEE7D2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FD730CA-FC93-49A3-BCA2-F15B9C3D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9B7D534A-6C84-43AC-B5F0-AA062EF8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13 · Bonus: el mismo agente en Microsoft Foundry / CAPÍTULO 7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182CCAB-F730-4772-AC1E-76B9BD69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Desplegar con azd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2F3A972F-E6B6-43F9-AB6E-F2310D29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Relacionar configuración, ejecución local y despliegue del agente alojado.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54F629BA-B06A-4711-A270-9C1DC71F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A6B5066-28FD-40DA-A242-5C159943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E525BF2E-F272-48FD-8E46-E4ED8763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53051E0-5B3B-425D-A7BC-D792D579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4EC2E6CD-F9BD-4B45-9EDA-34CC9283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FD02AD87-608D-4BCC-B83C-CBEDED37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FFAB4B04-7E5C-4A88-B2D3-2E2A4B5D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13 / C07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2B4AC29A-B816-4EB3-84D0-78E3C4C7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528D8EC-1D0F-4528-B899-5E0D9F6B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ANDINA SEGUROS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B6A45F69-2B2E-4039-B246-5F1643B5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14474C8C-77EF-4382-B9CD-4C2A67FA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53E13592-569A-447C-BAC5-85B423AC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ejecución local funciona, pero el endpoint alojado falla al consultar Qdrant.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B7779459-04E7-44EF-BA43-FE74A9D1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5CD93441-F377-4E96-901E-E2BCC3CD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300FEB-378E-43FF-BEB8-6028831B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EBDDC864-6D8E-4F0D-855F-868BA397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838A7E9E-5A4B-48F1-9A6C-49A71145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Separar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B4653810-097E-4032-B4B9-134B5AD0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despliegue no hereda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automáticamente el entorno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local.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69A60A24-61C5-4468-AE0C-F6CF1CAC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0795D816-A038-461A-A47A-85170A41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8E9BEF-552A-4963-B18A-E12AF682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5051B87-8DD5-41C0-9472-80B0F126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37163B15-7005-419B-A71E-8CD565D5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Revisar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D9153035-6EFE-4695-945B-B1CE9F43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Variables y acceso 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dependencias del host.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7B6D9803-24F3-4987-B9A4-21F0B2BE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D1D87B7B-63A4-4952-A070-F7C8B557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4D8E45-A6B9-45B1-AC8D-8B32A111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534C29E-BC15-43FB-94D5-F812FE8B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2A351BC9-781F-4F46-93AA-DA75D4A6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Comprobar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4BC68324-92BB-4BBB-AE6D-1CC67EC0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Repetir una consulta que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necesite recuperación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documental.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55AB20DC-6012-4EDA-B7C4-6C2D46AF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7886D7FD-532C-4CCE-BA4F-2EAFDE5F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CF460277-9C75-40E2-999D-730A9CEA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README también menciona azd up; se debe contrastar con la configuración y versión usadas.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261C1D24-B918-4D76-9A79-D70708A3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2ACCC234-81A7-4FA3-A1D1-AA4A0519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evidencia final es un endpoint que ejecuta el flujo previsto.</a:t>
            </a:r>
          </a:p>
        </p:txBody>
      </p:sp>
    </p:spTree>
    <p:extLst>
      <p:ext uri="{BB962C8B-B14F-4D97-AF65-F5344CB8AC3E}">
        <p14:creationId xmlns:p14="http://schemas.microsoft.com/office/powerpoint/2010/main" val="33203220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header">
            <a:extLst xmlns:a="http://schemas.openxmlformats.org/drawingml/2006/main">
              <a:ext uri="{FF2B5EF4-FFF2-40B4-BE49-F238E27FC236}">
                <a16:creationId xmlns:a16="http://schemas.microsoft.com/office/drawing/2014/main" id="{08DC1668-84E1-4D7F-8F2B-8AC096D0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32694-5ED1-4D09-8BA8-3E812A0B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F920258-8DE5-4978-B82F-3D599925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7C5AC201-7290-4F2E-BBC7-3E19FE3D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13 · Bonus: el mismo agente en Microsoft Foundry / CAPÍTULO 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990F9CB-5E67-4F6E-B2BB-6BCDC673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Comparar siete dimensiones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E33B51E0-EB5E-45AA-9879-980AFF61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Elegir proveedor y arquitectura con evidencia propia y contexto de uso.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BBE0FA35-1C84-46E0-A549-A3695FBF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21F9626-9B72-4358-AA94-376E8E77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309F0220-426C-4CB1-A8CC-6DB434AF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087B5B7-C43A-439F-923C-F7F7F0E6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983A6E1E-5DD5-4C9C-9166-D5C276BC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FBE0AEC-E1EF-4608-8AB3-2591D0D9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4192EA72-D6C9-4185-A564-BC96EBB9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13 / C08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1C0E2101-38F0-45B4-B1EE-89CAB7AC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7C23898-F65B-4A11-82C0-25565039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COMPARAR RESPONSABILIDADES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F757F992-9AAC-48F1-8F80-1EDD5038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32D74208-49BD-48B3-A08F-1B44B241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B0C53E-6505-40D3-BB5B-B60FFB17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A877208-9A89-4EA7-B062-5C63BDE8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FEF0CD9C-AF45-40D4-976B-EA9BF452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Rendimiento y</a:t>
            </a:r>
          </a:p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calidad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EF4F70C9-FC28-489E-B9E4-0308F0EF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Latencia p50, costo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calculado y respuestas 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cinco consultas.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C21F1C77-EA42-43BD-AFDD-F32F5AAE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D29EB787-10BE-4BA1-A534-E280E956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3F5FE3-1B4F-4C48-A15F-D79326F1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C3579EF-DB0F-48B6-BA93-49D4DD36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F505F909-A55D-4B25-819B-E38F4282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Datos y portabilidad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E7163A92-9EDE-479C-A645-C0CADBB6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Soberanía del dato y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archivos que hubo que tocar.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2FD7E5D0-5611-47DE-A63D-6373B945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E42C2BC6-0838-4CD7-AA7A-39009C0A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CB7DF5-55BA-47AC-93DD-2D9AC786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1BED385-D4E0-479C-B975-986F0944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F6D74035-872A-4112-B563-FB955BE3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Adopción y</a:t>
            </a:r>
          </a:p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dependencia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1D8CA3F3-AED5-40B9-8565-AFC267F9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Tiempo de puesta en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marcha y piezas atadas al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proveedor.</a:t>
            </a:r>
          </a:p>
        </p:txBody>
      </p:sp>
      <p:sp>
        <p:nvSpPr>
          <p:cNvPr id="34" name="panel">
            <a:extLst xmlns:a="http://schemas.openxmlformats.org/drawingml/2006/main">
              <a:ext uri="{FF2B5EF4-FFF2-40B4-BE49-F238E27FC236}">
                <a16:creationId xmlns:a16="http://schemas.microsoft.com/office/drawing/2014/main" id="{F5E4F6C5-F69D-4EA0-8472-83C3E2CA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9B0C06B-8E14-40B0-B419-97F84191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6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647A04AC-04B5-443E-B859-7CC7C7BD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dimensión cambiaría tu elección si necesitas volver de</a:t>
            </a:r>
          </a:p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proveedor?</a:t>
            </a:r>
          </a:p>
        </p:txBody>
      </p:sp>
      <p:sp>
        <p:nvSpPr>
          <p:cNvPr id="37" name="panel">
            <a:extLst xmlns:a="http://schemas.openxmlformats.org/drawingml/2006/main">
              <a:ext uri="{FF2B5EF4-FFF2-40B4-BE49-F238E27FC236}">
                <a16:creationId xmlns:a16="http://schemas.microsoft.com/office/drawing/2014/main" id="{A5031E3A-C9BA-4C06-9192-3A6C7474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38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5C8E5D7F-85C6-4B91-9BA4-B2BA9E90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39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4FC89011-4FFE-4066-A006-D9D16B21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Usar precios de memoria o copiar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conclusiones sin medir el propio caso.</a:t>
            </a:r>
          </a:p>
        </p:txBody>
      </p:sp>
      <p:sp>
        <p:nvSpPr>
          <p:cNvPr id="40" name="panel">
            <a:extLst xmlns:a="http://schemas.openxmlformats.org/drawingml/2006/main">
              <a:ext uri="{FF2B5EF4-FFF2-40B4-BE49-F238E27FC236}">
                <a16:creationId xmlns:a16="http://schemas.microsoft.com/office/drawing/2014/main" id="{478FC461-0AD7-48CB-BB8D-0F9D1233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1" name="takeaway">
            <a:extLst xmlns:a="http://schemas.openxmlformats.org/drawingml/2006/main">
              <a:ext uri="{FF2B5EF4-FFF2-40B4-BE49-F238E27FC236}">
                <a16:creationId xmlns:a16="http://schemas.microsoft.com/office/drawing/2014/main" id="{C3FB9B8F-7DB1-49B6-9353-92F49C42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mejor opción depende de criterios y evidencia, no de un ranking universal.</a:t>
            </a:r>
          </a:p>
        </p:txBody>
      </p:sp>
    </p:spTree>
    <p:extLst>
      <p:ext uri="{BB962C8B-B14F-4D97-AF65-F5344CB8AC3E}">
        <p14:creationId xmlns:p14="http://schemas.microsoft.com/office/powerpoint/2010/main" val="103540643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1C5D0DA2-2922-4943-9109-2C409BF5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344F8-3CF3-45E8-B021-AD484EA9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6C88017-054D-4FFD-B5F3-EBCC180E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7D47E049-4F33-4221-9029-CB682D75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13 · Bonus: el mismo agente en Microsoft Foundry / CAPÍTULO 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47CC51-D480-4AAC-9B62-E291A2DD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Construir una conclusión defendible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BB63292C-4903-472B-AB9B-836E8783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Elegir proveedor y arquitectura con evidencia propia y contexto de uso.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5287A1F1-1B26-4C49-821A-B4857188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262BCB9-6C14-4728-8F6A-F39D1DB0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4881528C-521D-492D-85E1-CFC04817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4941ED9-BF3F-4F0E-8D82-F63289C8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F631D1F6-119A-4D70-A03D-2D9BE300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932A6D5-1123-4554-A302-4B4F83EF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6751C929-52F6-4EA9-A61E-C737259A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13 / C08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6B8F810A-CE4E-45CE-AE6F-95B31279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EBF96BF-F2D0-4279-8844-63093C73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Medir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Usar la misma batería y registrar condiciones de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ejecución.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Explicar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Aplicar la fórmula de costo con precios y unidades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pertinentes.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Elegir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Indicar en qué contexto usarías cada alternativa,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sin ganador previo.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0691CE2E-786A-46CC-B8B3-F8AD9BF3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9CD7267D-2C3B-41BB-BEB8-498890DC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35CA69FE-A0D6-4E82-8FCA-7F1EB856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Usar precios de memoria 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copiar conclusiones sin medir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propio caso.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26D3E29B-ECD8-4FE5-A9B6-F5B52378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B010EFA3-DE63-475A-9739-FDE90455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F4CE12CB-B0F7-436B-BE2B-44E52098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15C8224B-8240-4E0C-A33D-8B4D94A0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dimensión cambiaría tu elección si necesitas volver de proveedor?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8C34EF8D-F6F5-44FE-9DE2-9496B523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887AD119-9434-4881-A9CC-64F9DE37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mejor opción depende de criterios y evidencia, no de un ranking universal.</a:t>
            </a:r>
          </a:p>
        </p:txBody>
      </p:sp>
    </p:spTree>
    <p:extLst>
      <p:ext uri="{BB962C8B-B14F-4D97-AF65-F5344CB8AC3E}">
        <p14:creationId xmlns:p14="http://schemas.microsoft.com/office/powerpoint/2010/main" val="151120253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A23B9E69-DFC0-4C6B-AE02-CB18B9FD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52159E-B51C-4374-B5E2-61162421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79CAA72-BDDA-40FC-82CD-04DA8139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A81A6351-0BF1-428B-92BB-B70114D7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13 · Bonus: el mismo agente en Microsoft Foundry / CAPÍTULO 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412190-C269-40BD-958E-4F1BE3F0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Comparar siete dimensiones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0918F939-7B11-4BD7-992F-FFCB1007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Elegir proveedor y arquitectura con evidencia propia y contexto de uso.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E058DA0D-B79D-4946-AB99-9669CE74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74DCFD6-D2E7-4692-93CC-BCAE4847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6E9A03EE-63D0-402E-8D56-6C2736D0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8221E121-37D1-4D05-B6B4-4A016A18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6A555555-778E-4B9E-B977-E68490D2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D54F8CD-C6AE-4E15-A3EC-AD5C2981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3E0B7B85-7C53-4118-BB08-6B85EE78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13 / C08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1AC6E578-FB79-4DFB-8687-AFED40F6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055E354-E6CA-499E-8244-8FF87BAA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MERCASUR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5EF9D3BB-0F37-4D59-904F-DD362A3B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2AEADF70-31B6-4F50-878D-7451DE1F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BB28FFEE-6C62-49E6-8B41-2AAFF362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 proveedor responde más rápido, pero el hosting exige adaptar controles.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9BDA17CE-C178-42ED-8ECC-B95EE0B9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265CC789-6405-467D-A3CF-FCCB2B1F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8FA71D-B5E7-49B7-9D9C-02928A76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6DFE7A6-CCB0-45C6-8AC6-C3FE3276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4667842D-4F5A-4BF3-8A99-0C7F3786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Comparar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CAB8F47B-642F-4A8B-ABD4-28DAC25E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Separar tiempo de inferencia y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trabajo de migración.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C1A9F404-A7A0-4C07-84E7-52BE0404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0AD96CBF-F80F-4150-A1BD-656F8B9D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B9DD2D-2DEB-4EAC-A66A-0FA0EA82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6799052-D681-40D8-ACF7-80DFAA7A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388FD482-5F3D-438E-BE07-E9748307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Valorar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9950719D-E791-454D-B2FA-F13F0CDD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requisito incluye preservar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límites y pruebas del agente.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114858FA-BEB2-4E74-9F6D-82658C0E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8B80DC96-7F4C-436F-9CE4-481D38EF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FC3F38-814E-40A3-9E15-194352C0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76A21BF-ADD2-481C-B48E-1955B70B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CC7E6220-341C-4A9F-B720-8AAD5F59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Concluir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4CFD4C34-0988-48EC-9D05-2F6D792C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Justificar la opción elegida para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ese contexto.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576556F5-5F21-46BB-A1DC-FBA22F7F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8BF91F12-A4BA-40D9-A705-911CAACD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DD8534F4-EF90-4672-9AA0-46E19BD3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Qdrant y Langfuse permanecen externos en el alcance del bonus.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97F22F6B-C846-4EAB-947F-01E01797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8CDF21DB-4E7B-4672-B4EA-B6919036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mejor opción depende de criterios y evidencia, no de un ranking universal.</a:t>
            </a:r>
          </a:p>
        </p:txBody>
      </p:sp>
    </p:spTree>
    <p:extLst>
      <p:ext uri="{BB962C8B-B14F-4D97-AF65-F5344CB8AC3E}">
        <p14:creationId xmlns:p14="http://schemas.microsoft.com/office/powerpoint/2010/main" val="8700919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2026-09-23T04:09:36.9370000Z</dcterms:created>
  <dcterms:modified xsi:type="dcterms:W3CDTF">2026-09-23T04:09:36.9370000Z</dcterms:modified>
</coreProperties>
</file>